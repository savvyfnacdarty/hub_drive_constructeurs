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02" r:id="rId3"/>
  </p:sldMasterIdLst>
  <p:sldIdLst>
    <p:sldId id="262" r:id="rId4"/>
    <p:sldId id="256" r:id="rId5"/>
    <p:sldId id="260" r:id="rId6"/>
    <p:sldId id="257" r:id="rId7"/>
    <p:sldId id="258" r:id="rId8"/>
    <p:sldId id="261" r:id="rId9"/>
    <p:sldId id="25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se à jour" id="{3C2CBDBC-60CD-43EE-9A6F-6C97D3C6537B}">
          <p14:sldIdLst>
            <p14:sldId id="262"/>
            <p14:sldId id="256"/>
            <p14:sldId id="260"/>
          </p14:sldIdLst>
        </p14:section>
        <p14:section name="Script pour Google et suivi" id="{BF26ED13-30B6-4A3E-8C6D-996C413BEFB6}">
          <p14:sldIdLst>
            <p14:sldId id="257"/>
            <p14:sldId id="258"/>
          </p14:sldIdLst>
        </p14:section>
        <p14:section name="Dossier SharePoint partagé a tous" id="{64AC40C5-4ACF-4103-85CA-72913EC12390}">
          <p14:sldIdLst>
            <p14:sldId id="261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089B2-4D13-40BE-B19F-69BB0711AAFE}" v="7" dt="2026-10-01T09:52:29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578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NTE Jerome" userId="d69af9a9-2c00-4d51-90fa-948ed535b3d2" providerId="ADAL" clId="{095B365A-98E1-4944-95BD-97DF22D127EB}"/>
    <pc:docChg chg="undo custSel addSld modSld sldOrd addSection modSection">
      <pc:chgData name="LECONTE Jerome" userId="d69af9a9-2c00-4d51-90fa-948ed535b3d2" providerId="ADAL" clId="{095B365A-98E1-4944-95BD-97DF22D127EB}" dt="2026-10-01T09:53:08.255" v="1097" actId="11529"/>
      <pc:docMkLst>
        <pc:docMk/>
      </pc:docMkLst>
      <pc:sldChg chg="addSp delSp modSp new mod modClrScheme chgLayout">
        <pc:chgData name="LECONTE Jerome" userId="d69af9a9-2c00-4d51-90fa-948ed535b3d2" providerId="ADAL" clId="{095B365A-98E1-4944-95BD-97DF22D127EB}" dt="2026-10-01T07:09:31.059" v="777" actId="20577"/>
        <pc:sldMkLst>
          <pc:docMk/>
          <pc:sldMk cId="1680124867" sldId="256"/>
        </pc:sldMkLst>
        <pc:spChg chg="add mod">
          <ac:chgData name="LECONTE Jerome" userId="d69af9a9-2c00-4d51-90fa-948ed535b3d2" providerId="ADAL" clId="{095B365A-98E1-4944-95BD-97DF22D127EB}" dt="2026-10-01T07:09:31.059" v="777" actId="20577"/>
          <ac:spMkLst>
            <pc:docMk/>
            <pc:sldMk cId="1680124867" sldId="256"/>
            <ac:spMk id="4" creationId="{60ACC622-C5BE-2A21-321C-5F7D3EC1B7CD}"/>
          </ac:spMkLst>
        </pc:spChg>
      </pc:sldChg>
      <pc:sldChg chg="addSp delSp modSp new mod">
        <pc:chgData name="LECONTE Jerome" userId="d69af9a9-2c00-4d51-90fa-948ed535b3d2" providerId="ADAL" clId="{095B365A-98E1-4944-95BD-97DF22D127EB}" dt="2026-10-01T09:53:08.255" v="1097" actId="11529"/>
        <pc:sldMkLst>
          <pc:docMk/>
          <pc:sldMk cId="3951682979" sldId="262"/>
        </pc:sldMkLst>
        <pc:spChg chg="add del mod">
          <ac:chgData name="LECONTE Jerome" userId="d69af9a9-2c00-4d51-90fa-948ed535b3d2" providerId="ADAL" clId="{095B365A-98E1-4944-95BD-97DF22D127EB}" dt="2026-10-01T09:45:03.450" v="790" actId="478"/>
          <ac:spMkLst>
            <pc:docMk/>
            <pc:sldMk cId="3951682979" sldId="262"/>
            <ac:spMk id="3" creationId="{AED08EA9-BA74-1F00-EBE0-2A37807D75CF}"/>
          </ac:spMkLst>
        </pc:spChg>
        <pc:spChg chg="add del mod">
          <ac:chgData name="LECONTE Jerome" userId="d69af9a9-2c00-4d51-90fa-948ed535b3d2" providerId="ADAL" clId="{095B365A-98E1-4944-95BD-97DF22D127EB}" dt="2026-10-01T09:45:03.450" v="790" actId="478"/>
          <ac:spMkLst>
            <pc:docMk/>
            <pc:sldMk cId="3951682979" sldId="262"/>
            <ac:spMk id="5" creationId="{50E2BBB4-B056-CC63-463A-DB32CEDDDEC1}"/>
          </ac:spMkLst>
        </pc:spChg>
        <pc:spChg chg="add del mod">
          <ac:chgData name="LECONTE Jerome" userId="d69af9a9-2c00-4d51-90fa-948ed535b3d2" providerId="ADAL" clId="{095B365A-98E1-4944-95BD-97DF22D127EB}" dt="2026-10-01T09:45:03.450" v="790" actId="478"/>
          <ac:spMkLst>
            <pc:docMk/>
            <pc:sldMk cId="3951682979" sldId="262"/>
            <ac:spMk id="7" creationId="{7D77C930-56FE-ED68-9388-6FAFD8B29CE9}"/>
          </ac:spMkLst>
        </pc:spChg>
        <pc:spChg chg="add mod">
          <ac:chgData name="LECONTE Jerome" userId="d69af9a9-2c00-4d51-90fa-948ed535b3d2" providerId="ADAL" clId="{095B365A-98E1-4944-95BD-97DF22D127EB}" dt="2026-10-01T09:45:28.325" v="835" actId="1076"/>
          <ac:spMkLst>
            <pc:docMk/>
            <pc:sldMk cId="3951682979" sldId="262"/>
            <ac:spMk id="9" creationId="{F35A0E3D-D33C-673F-6025-A89D95D0D698}"/>
          </ac:spMkLst>
        </pc:spChg>
        <pc:spChg chg="add">
          <ac:chgData name="LECONTE Jerome" userId="d69af9a9-2c00-4d51-90fa-948ed535b3d2" providerId="ADAL" clId="{095B365A-98E1-4944-95BD-97DF22D127EB}" dt="2026-10-01T09:45:54.808" v="841" actId="11529"/>
          <ac:spMkLst>
            <pc:docMk/>
            <pc:sldMk cId="3951682979" sldId="262"/>
            <ac:spMk id="12" creationId="{070508C3-BD31-8353-289A-FD45068E2EF5}"/>
          </ac:spMkLst>
        </pc:spChg>
        <pc:spChg chg="add mod">
          <ac:chgData name="LECONTE Jerome" userId="d69af9a9-2c00-4d51-90fa-948ed535b3d2" providerId="ADAL" clId="{095B365A-98E1-4944-95BD-97DF22D127EB}" dt="2026-10-01T09:46:26.349" v="897" actId="1076"/>
          <ac:spMkLst>
            <pc:docMk/>
            <pc:sldMk cId="3951682979" sldId="262"/>
            <ac:spMk id="15" creationId="{4A4ABE37-0A56-022B-603D-DA74BCA4B101}"/>
          </ac:spMkLst>
        </pc:spChg>
        <pc:spChg chg="add mod">
          <ac:chgData name="LECONTE Jerome" userId="d69af9a9-2c00-4d51-90fa-948ed535b3d2" providerId="ADAL" clId="{095B365A-98E1-4944-95BD-97DF22D127EB}" dt="2026-10-01T09:47:33.428" v="968" actId="122"/>
          <ac:spMkLst>
            <pc:docMk/>
            <pc:sldMk cId="3951682979" sldId="262"/>
            <ac:spMk id="17" creationId="{DFD39C5D-1FD2-D55C-AE31-9D3A7B1F8C6D}"/>
          </ac:spMkLst>
        </pc:spChg>
        <pc:spChg chg="add mod">
          <ac:chgData name="LECONTE Jerome" userId="d69af9a9-2c00-4d51-90fa-948ed535b3d2" providerId="ADAL" clId="{095B365A-98E1-4944-95BD-97DF22D127EB}" dt="2026-10-01T09:47:03.761" v="904" actId="1076"/>
          <ac:spMkLst>
            <pc:docMk/>
            <pc:sldMk cId="3951682979" sldId="262"/>
            <ac:spMk id="18" creationId="{23FAD82E-210A-28B0-14EF-65802FD4130A}"/>
          </ac:spMkLst>
        </pc:spChg>
        <pc:spChg chg="add mod">
          <ac:chgData name="LECONTE Jerome" userId="d69af9a9-2c00-4d51-90fa-948ed535b3d2" providerId="ADAL" clId="{095B365A-98E1-4944-95BD-97DF22D127EB}" dt="2026-10-01T09:53:03.678" v="1096" actId="404"/>
          <ac:spMkLst>
            <pc:docMk/>
            <pc:sldMk cId="3951682979" sldId="262"/>
            <ac:spMk id="20" creationId="{7416E6E2-56E8-3A76-538F-0581681010A8}"/>
          </ac:spMkLst>
        </pc:spChg>
        <pc:graphicFrameChg chg="add mod">
          <ac:chgData name="LECONTE Jerome" userId="d69af9a9-2c00-4d51-90fa-948ed535b3d2" providerId="ADAL" clId="{095B365A-98E1-4944-95BD-97DF22D127EB}" dt="2026-10-01T09:45:13.859" v="793" actId="1076"/>
          <ac:graphicFrameMkLst>
            <pc:docMk/>
            <pc:sldMk cId="3951682979" sldId="262"/>
            <ac:graphicFrameMk id="8" creationId="{CFA7B80B-DA3A-9605-D3B8-AF3699525F02}"/>
          </ac:graphicFrameMkLst>
        </pc:graphicFrameChg>
        <pc:picChg chg="add mod">
          <ac:chgData name="LECONTE Jerome" userId="d69af9a9-2c00-4d51-90fa-948ed535b3d2" providerId="ADAL" clId="{095B365A-98E1-4944-95BD-97DF22D127EB}" dt="2026-10-01T09:46:57.406" v="903" actId="1076"/>
          <ac:picMkLst>
            <pc:docMk/>
            <pc:sldMk cId="3951682979" sldId="262"/>
            <ac:picMk id="11" creationId="{F2F3FB6E-B1A5-7E7E-AA28-1BA9ED29C7C6}"/>
          </ac:picMkLst>
        </pc:picChg>
        <pc:cxnChg chg="add">
          <ac:chgData name="LECONTE Jerome" userId="d69af9a9-2c00-4d51-90fa-948ed535b3d2" providerId="ADAL" clId="{095B365A-98E1-4944-95BD-97DF22D127EB}" dt="2026-10-01T09:45:59.268" v="842" actId="11529"/>
          <ac:cxnSpMkLst>
            <pc:docMk/>
            <pc:sldMk cId="3951682979" sldId="262"/>
            <ac:cxnSpMk id="14" creationId="{01C9B218-49C8-08A4-86C8-73EE63E2FACC}"/>
          </ac:cxnSpMkLst>
        </pc:cxnChg>
        <pc:cxnChg chg="add mod">
          <ac:chgData name="LECONTE Jerome" userId="d69af9a9-2c00-4d51-90fa-948ed535b3d2" providerId="ADAL" clId="{095B365A-98E1-4944-95BD-97DF22D127EB}" dt="2026-10-01T09:47:03.761" v="904" actId="1076"/>
          <ac:cxnSpMkLst>
            <pc:docMk/>
            <pc:sldMk cId="3951682979" sldId="262"/>
            <ac:cxnSpMk id="19" creationId="{82432BCA-97E9-EC43-CBE2-478A148F9115}"/>
          </ac:cxnSpMkLst>
        </pc:cxnChg>
        <pc:cxnChg chg="add">
          <ac:chgData name="LECONTE Jerome" userId="d69af9a9-2c00-4d51-90fa-948ed535b3d2" providerId="ADAL" clId="{095B365A-98E1-4944-95BD-97DF22D127EB}" dt="2026-10-01T09:53:08.255" v="1097" actId="11529"/>
          <ac:cxnSpMkLst>
            <pc:docMk/>
            <pc:sldMk cId="3951682979" sldId="262"/>
            <ac:cxnSpMk id="22" creationId="{4FC6C5AD-A9A1-0A84-3D30-8E33267EA5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FC180-6527-4CE9-F031-7A08340ED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085380-94E4-1B69-9EE2-B93413EC1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4E2A9-F0C2-D959-C212-9955BACE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B62AFC-E7A6-3296-3FE7-23A97AD1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4AC5E9-5887-BA3C-728C-9A76E20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65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4898D-22E7-8919-E8FB-49D9F622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35020-DB28-3B57-7B5B-84219F65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B81602-510F-CF08-CECE-97789BF5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6C30A3-3E5B-59A7-8FD1-137012B2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4EEB4A-2773-8968-A886-B820111F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6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A2F0F-E843-50D6-4A4A-C5382583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C19A32-28F5-C2FD-C43B-60A9BBC86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466125-7B05-B5DF-CE9A-F7D225F5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910EBB-AA3F-01E0-74DC-081B67D1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4DE319-EBB8-7BD4-00D6-59179321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20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10F504-42E8-61E6-0A54-33D0E9BB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097BA-5321-757F-570C-1EDC3F65A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5C775F-13C3-E45D-2100-4423158F8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DBC980-0212-CC40-0998-30AC5D3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C73995-E862-FEDB-A317-86CA7243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A3C59D-0A31-7E48-F98C-1081B946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40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C501FE-29EB-E53F-C11F-D834310C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B3019-2402-89EC-5D4B-3A35E2B66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B070DE-E37E-9DBD-896F-3C9D3308E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4E3BB9-3AB2-CB91-AF6A-D79562B76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FE4747-1EB9-4563-AF51-0BC02A848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8CC827-B120-F74F-ECE7-C12C7743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76A417-1C4E-F87C-8DCB-F9D6AFC1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10CBD0-533B-EB12-8FD1-11B19629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91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CD4DE-53F1-CECA-A7C0-64D356B5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8EC3AC-4261-5F2E-E296-4C21BB26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D249265-0B6B-92C3-EF33-07CB909E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FBE311-4786-C998-2623-5849271C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84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A5702A-4B67-8C99-58DE-488F94AC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DC7265-C9D5-34CD-CFA4-4690389C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1730BD-BD8D-711B-A80F-A9C9FC32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75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4FF32-9D98-E3FB-DC01-E054F1B2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A7C3D-2634-3399-2DF9-F3658952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24DDBF-8CF4-88FF-407A-8E9C2A588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7A3179-AEDC-693B-E850-C2C4DE9D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C7B9CD-BF96-97A5-8590-3F5F8311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A8E575-1CA8-9AFB-D383-66E4875F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3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025ED-2D10-4DF2-45D7-5D94E7F37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9A763D-3C0A-BA5B-4D06-C1BE1C136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B8E20C-3422-9A28-1528-A83447E97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D3DBEE-8F17-C23C-87C1-E06B3F83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9FA205-DC70-6237-9817-C0135D3D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4E6DB-B036-4D96-D1E7-6BFF2727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80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D7DF9-2A4B-6462-99FE-0A9DFC77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07425C-1092-9409-FA83-15E7B08F5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0B739A-BA77-9CD6-D2AE-ED33B113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E60D75-A7E1-2096-F488-9E69D929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FAB422-9DB1-D84B-B292-D1D541E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7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9760C11-480C-D4B2-0E57-B375CB7A8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52678F-55D1-45F7-5E31-BADC2A527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605F0-B16E-8E96-E1FA-04171B72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A8FB38-A8A7-7C23-A27C-9561AF09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69F1DC-6196-A963-B00F-39E32DED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556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E5A0A40-4C03-4822-9A1F-1FD8453BC3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4441" t="3406" r="5664" b="15727"/>
          <a:stretch/>
        </p:blipFill>
        <p:spPr>
          <a:xfrm>
            <a:off x="-25568" y="5914"/>
            <a:ext cx="12217568" cy="68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46C68E-3D69-4895-82CA-F99B5C875087}"/>
              </a:ext>
            </a:extLst>
          </p:cNvPr>
          <p:cNvSpPr/>
          <p:nvPr/>
        </p:nvSpPr>
        <p:spPr>
          <a:xfrm>
            <a:off x="-79795" y="15190"/>
            <a:ext cx="12260436" cy="6858576"/>
          </a:xfrm>
          <a:prstGeom prst="rect">
            <a:avLst/>
          </a:prstGeom>
          <a:gradFill>
            <a:gsLst>
              <a:gs pos="97000">
                <a:schemeClr val="bg1"/>
              </a:gs>
              <a:gs pos="0">
                <a:schemeClr val="accent1">
                  <a:alpha val="0"/>
                  <a:lumMod val="0"/>
                  <a:lumOff val="100000"/>
                </a:schemeClr>
              </a:gs>
              <a:gs pos="88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EB43A0B-BB3D-3BF8-6358-7C3490484412}"/>
              </a:ext>
            </a:extLst>
          </p:cNvPr>
          <p:cNvSpPr/>
          <p:nvPr/>
        </p:nvSpPr>
        <p:spPr>
          <a:xfrm rot="10800000" flipH="1">
            <a:off x="-16042" y="-16042"/>
            <a:ext cx="4509135" cy="70104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5222970"/>
              <a:gd name="connsiteY0" fmla="*/ 0 h 6858000"/>
              <a:gd name="connsiteX1" fmla="*/ 2748881 w 5222970"/>
              <a:gd name="connsiteY1" fmla="*/ 0 h 6858000"/>
              <a:gd name="connsiteX2" fmla="*/ 5222970 w 5222970"/>
              <a:gd name="connsiteY2" fmla="*/ 3038747 h 6858000"/>
              <a:gd name="connsiteX3" fmla="*/ 2748881 w 5222970"/>
              <a:gd name="connsiteY3" fmla="*/ 6858000 h 6858000"/>
              <a:gd name="connsiteX4" fmla="*/ 0 w 5222970"/>
              <a:gd name="connsiteY4" fmla="*/ 6858000 h 6858000"/>
              <a:gd name="connsiteX5" fmla="*/ 0 w 522297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970" h="6858000">
                <a:moveTo>
                  <a:pt x="0" y="0"/>
                </a:moveTo>
                <a:lnTo>
                  <a:pt x="2748881" y="0"/>
                </a:lnTo>
                <a:lnTo>
                  <a:pt x="5222970" y="303874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9958B36-DEC0-D630-F39E-EEEAC781E5AB}"/>
              </a:ext>
            </a:extLst>
          </p:cNvPr>
          <p:cNvSpPr/>
          <p:nvPr/>
        </p:nvSpPr>
        <p:spPr>
          <a:xfrm rot="3593815" flipV="1">
            <a:off x="1343067" y="945701"/>
            <a:ext cx="3809448" cy="493530"/>
          </a:xfrm>
          <a:prstGeom prst="parallelogram">
            <a:avLst>
              <a:gd name="adj" fmla="val 40574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6EA17DC2-3080-3495-EC66-C9F6F619A1F4}"/>
              </a:ext>
            </a:extLst>
          </p:cNvPr>
          <p:cNvSpPr/>
          <p:nvPr/>
        </p:nvSpPr>
        <p:spPr>
          <a:xfrm rot="7543238">
            <a:off x="1561559" y="5934780"/>
            <a:ext cx="2758862" cy="450284"/>
          </a:xfrm>
          <a:prstGeom prst="parallelogram">
            <a:avLst>
              <a:gd name="adj" fmla="val 42613"/>
            </a:avLst>
          </a:prstGeom>
          <a:gradFill>
            <a:gsLst>
              <a:gs pos="9000">
                <a:schemeClr val="bg1">
                  <a:lumMod val="75000"/>
                </a:schemeClr>
              </a:gs>
              <a:gs pos="51000">
                <a:schemeClr val="bg1">
                  <a:lumMod val="95000"/>
                </a:schemeClr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0EC1AD1-4E77-E222-BC14-E6EFD495F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89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EC5BB7A-B620-021A-0150-866DD9161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8832">
            <a:off x="-191819" y="-908861"/>
            <a:ext cx="12476318" cy="4242005"/>
          </a:xfrm>
          <a:prstGeom prst="rect">
            <a:avLst/>
          </a:prstGeom>
        </p:spPr>
      </p:pic>
      <p:pic>
        <p:nvPicPr>
          <p:cNvPr id="4" name="Image 3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1B0F4B03-3A1E-F18A-70F3-6BE84E97D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653">
            <a:off x="-256291" y="4613579"/>
            <a:ext cx="12704581" cy="1746822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87BA8E3B-057E-7700-58F1-30F507EBD4A0}"/>
              </a:ext>
            </a:extLst>
          </p:cNvPr>
          <p:cNvGrpSpPr/>
          <p:nvPr userDrawn="1"/>
        </p:nvGrpSpPr>
        <p:grpSpPr>
          <a:xfrm>
            <a:off x="7489968" y="-79829"/>
            <a:ext cx="7190218" cy="7099299"/>
            <a:chOff x="7489968" y="-79829"/>
            <a:chExt cx="7190218" cy="7099299"/>
          </a:xfrm>
        </p:grpSpPr>
        <p:pic>
          <p:nvPicPr>
            <p:cNvPr id="6" name="Image 5" descr="Une image contenant cercle, Caractère coloré, Ambré, Graphique&#10;&#10;Description générée automatiquement">
              <a:extLst>
                <a:ext uri="{FF2B5EF4-FFF2-40B4-BE49-F238E27FC236}">
                  <a16:creationId xmlns:a16="http://schemas.microsoft.com/office/drawing/2014/main" id="{C7521DA2-CA46-491A-9449-6640FCAD6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9968" y="-79829"/>
              <a:ext cx="7190218" cy="7099299"/>
            </a:xfrm>
            <a:prstGeom prst="rect">
              <a:avLst/>
            </a:prstGeom>
          </p:spPr>
        </p:pic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78F1867F-901A-4113-8B0E-FA3D7007EE22}"/>
                </a:ext>
              </a:extLst>
            </p:cNvPr>
            <p:cNvSpPr/>
            <p:nvPr/>
          </p:nvSpPr>
          <p:spPr>
            <a:xfrm>
              <a:off x="9829800" y="2215243"/>
              <a:ext cx="2509157" cy="2509157"/>
            </a:xfrm>
            <a:prstGeom prst="ellipse">
              <a:avLst/>
            </a:prstGeom>
            <a:solidFill>
              <a:srgbClr val="FFFFFF"/>
            </a:solidFill>
            <a:ln w="762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pic>
          <p:nvPicPr>
            <p:cNvPr id="8" name="Image 7" descr="Une image contenant texte, conception, capture d’écran, Graphique&#10;&#10;Description générée automatiquement">
              <a:extLst>
                <a:ext uri="{FF2B5EF4-FFF2-40B4-BE49-F238E27FC236}">
                  <a16:creationId xmlns:a16="http://schemas.microsoft.com/office/drawing/2014/main" id="{1E67C476-8A15-6315-32BA-58A8BA1A7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8548" y="2368908"/>
              <a:ext cx="2067252" cy="2121450"/>
            </a:xfrm>
            <a:prstGeom prst="rect">
              <a:avLst/>
            </a:prstGeom>
          </p:spPr>
        </p:pic>
      </p:grp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302D7733-6488-B5C4-8854-E2F4729DF6D3}"/>
              </a:ext>
            </a:extLst>
          </p:cNvPr>
          <p:cNvSpPr/>
          <p:nvPr userDrawn="1"/>
        </p:nvSpPr>
        <p:spPr>
          <a:xfrm>
            <a:off x="0" y="838200"/>
            <a:ext cx="6096000" cy="2819400"/>
          </a:xfrm>
          <a:prstGeom prst="homePlate">
            <a:avLst>
              <a:gd name="adj" fmla="val 31061"/>
            </a:avLst>
          </a:prstGeom>
          <a:gradFill flip="none" rotWithShape="1"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83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184384FD-D8C1-B95B-4F74-577D5385C23C}"/>
              </a:ext>
            </a:extLst>
          </p:cNvPr>
          <p:cNvSpPr/>
          <p:nvPr userDrawn="1"/>
        </p:nvSpPr>
        <p:spPr>
          <a:xfrm rot="10800000">
            <a:off x="3892056" y="0"/>
            <a:ext cx="8299943" cy="6858000"/>
          </a:xfrm>
          <a:prstGeom prst="homePlate">
            <a:avLst>
              <a:gd name="adj" fmla="val 22240"/>
            </a:avLst>
          </a:prstGeom>
          <a:gradFill>
            <a:gsLst>
              <a:gs pos="31000">
                <a:srgbClr val="FCFCFC"/>
              </a:gs>
              <a:gs pos="71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4" name="Image 3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38C111D-AFB5-5690-CC3E-C986E6B68D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36" y="2712409"/>
            <a:ext cx="1451641" cy="1433181"/>
          </a:xfrm>
          <a:prstGeom prst="rect">
            <a:avLst/>
          </a:prstGeom>
        </p:spPr>
      </p:pic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ED1DFD9-3BFC-56CE-BEBE-9FF53B515947}"/>
              </a:ext>
            </a:extLst>
          </p:cNvPr>
          <p:cNvSpPr/>
          <p:nvPr userDrawn="1"/>
        </p:nvSpPr>
        <p:spPr>
          <a:xfrm>
            <a:off x="0" y="914400"/>
            <a:ext cx="5247152" cy="1171575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91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67FEBD63-AB2F-6BF5-CCF6-FEA047D7C862}"/>
              </a:ext>
            </a:extLst>
          </p:cNvPr>
          <p:cNvSpPr/>
          <p:nvPr userDrawn="1"/>
        </p:nvSpPr>
        <p:spPr>
          <a:xfrm rot="10800000" flipH="1">
            <a:off x="0" y="0"/>
            <a:ext cx="3908385" cy="68580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8385" h="6858000">
                <a:moveTo>
                  <a:pt x="0" y="0"/>
                </a:moveTo>
                <a:lnTo>
                  <a:pt x="2748881" y="0"/>
                </a:lnTo>
                <a:lnTo>
                  <a:pt x="3908385" y="506185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1000">
                <a:srgbClr val="FCFCFC"/>
              </a:gs>
              <a:gs pos="71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FFAFB59-995C-9DCC-F17E-BF931D993EFC}"/>
              </a:ext>
            </a:extLst>
          </p:cNvPr>
          <p:cNvSpPr/>
          <p:nvPr userDrawn="1"/>
        </p:nvSpPr>
        <p:spPr>
          <a:xfrm flipV="1">
            <a:off x="6253843" y="0"/>
            <a:ext cx="7081158" cy="16764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Image 4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753A39E2-675E-13EF-7D08-E0E3CF4794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614" y="5532479"/>
            <a:ext cx="1051125" cy="1064264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E00C945B-2360-C101-B1B8-CC9ADCC05D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99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CE46D0C6-CDD0-BABE-97AB-2EFE04294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67C14E63-476A-DEE0-E5BD-64EFA2DD3EC2}"/>
              </a:ext>
            </a:extLst>
          </p:cNvPr>
          <p:cNvSpPr/>
          <p:nvPr userDrawn="1"/>
        </p:nvSpPr>
        <p:spPr>
          <a:xfrm flipV="1">
            <a:off x="5372098" y="0"/>
            <a:ext cx="8001001" cy="16764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380ACBD8-149E-5886-6D51-9691A1099691}"/>
              </a:ext>
            </a:extLst>
          </p:cNvPr>
          <p:cNvSpPr/>
          <p:nvPr userDrawn="1"/>
        </p:nvSpPr>
        <p:spPr>
          <a:xfrm flipV="1">
            <a:off x="-762000" y="-76200"/>
            <a:ext cx="6354535" cy="8382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3E3E3"/>
              </a:gs>
              <a:gs pos="100000">
                <a:srgbClr val="FCFCFC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86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D48DEF9-6F6A-D418-635C-3CE955BA06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ABC67D9B-ADFF-7C5F-01DF-C2A41130EFAD}"/>
              </a:ext>
            </a:extLst>
          </p:cNvPr>
          <p:cNvSpPr/>
          <p:nvPr userDrawn="1"/>
        </p:nvSpPr>
        <p:spPr>
          <a:xfrm flipH="1" flipV="1">
            <a:off x="-1417320" y="-99060"/>
            <a:ext cx="7687491" cy="1691640"/>
          </a:xfrm>
          <a:prstGeom prst="parallelogram">
            <a:avLst>
              <a:gd name="adj" fmla="val 76929"/>
            </a:avLst>
          </a:prstGeom>
          <a:gradFill>
            <a:gsLst>
              <a:gs pos="0">
                <a:srgbClr val="B50E1C"/>
              </a:gs>
              <a:gs pos="100000">
                <a:srgbClr val="E8A806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6BA6D97-4D6F-B05D-B16A-8F8819AB39D7}"/>
              </a:ext>
            </a:extLst>
          </p:cNvPr>
          <p:cNvSpPr/>
          <p:nvPr userDrawn="1"/>
        </p:nvSpPr>
        <p:spPr>
          <a:xfrm flipH="1" flipV="1">
            <a:off x="6270170" y="-22860"/>
            <a:ext cx="6356169" cy="75438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chemeClr val="bg1"/>
              </a:gs>
              <a:gs pos="100000">
                <a:srgbClr val="E1E1E1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A855BAC4-3197-6138-5C1A-1FCCD5E0D7AE}"/>
              </a:ext>
            </a:extLst>
          </p:cNvPr>
          <p:cNvSpPr txBox="1">
            <a:spLocks/>
          </p:cNvSpPr>
          <p:nvPr userDrawn="1"/>
        </p:nvSpPr>
        <p:spPr>
          <a:xfrm>
            <a:off x="642898" y="125730"/>
            <a:ext cx="4324390" cy="457200"/>
          </a:xfrm>
          <a:prstGeom prst="rect">
            <a:avLst/>
          </a:prstGeom>
        </p:spPr>
        <p:txBody>
          <a:bodyPr/>
          <a:lstStyle>
            <a:lvl1pPr marL="0" algn="r">
              <a:defRPr sz="24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TITRE 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7F64B0D-444B-31E0-68F2-D586AEBF7AC6}"/>
              </a:ext>
            </a:extLst>
          </p:cNvPr>
          <p:cNvSpPr txBox="1">
            <a:spLocks/>
          </p:cNvSpPr>
          <p:nvPr userDrawn="1"/>
        </p:nvSpPr>
        <p:spPr>
          <a:xfrm>
            <a:off x="642898" y="558416"/>
            <a:ext cx="4324390" cy="376687"/>
          </a:xfrm>
          <a:prstGeom prst="rect">
            <a:avLst/>
          </a:prstGeom>
        </p:spPr>
        <p:txBody>
          <a:bodyPr/>
          <a:lstStyle>
            <a:lvl1pPr marL="0" algn="r">
              <a:defRPr sz="1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1701188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14BC02F3-3C3A-6B87-9204-C934EE4E24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6" t="38019" r="-53825" b="-12558"/>
          <a:stretch/>
        </p:blipFill>
        <p:spPr>
          <a:xfrm>
            <a:off x="0" y="0"/>
            <a:ext cx="3200400" cy="1614772"/>
          </a:xfrm>
          <a:prstGeom prst="rect">
            <a:avLst/>
          </a:prstGeom>
        </p:spPr>
      </p:pic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CC9A7919-2E53-5144-37DB-EC1A4E0F778B}"/>
              </a:ext>
            </a:extLst>
          </p:cNvPr>
          <p:cNvSpPr/>
          <p:nvPr userDrawn="1"/>
        </p:nvSpPr>
        <p:spPr>
          <a:xfrm rot="10800000">
            <a:off x="762000" y="433672"/>
            <a:ext cx="5105400" cy="747428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84814E7-810E-0E0B-ECF4-0B0D24C76C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6053236"/>
            <a:ext cx="12192000" cy="1725639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1D707474-E4F4-F276-3AD5-BED4FE0B4A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032" y="5248681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5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AEEC5141-8704-124C-B6BD-9BBC55E295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6" t="38019" r="-53825" b="-12558"/>
          <a:stretch/>
        </p:blipFill>
        <p:spPr>
          <a:xfrm>
            <a:off x="0" y="0"/>
            <a:ext cx="3200400" cy="1614772"/>
          </a:xfrm>
          <a:prstGeom prst="rect">
            <a:avLst/>
          </a:prstGeom>
        </p:spPr>
      </p:pic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9497B3DB-3FA8-5B7A-A999-3D261A047AAD}"/>
              </a:ext>
            </a:extLst>
          </p:cNvPr>
          <p:cNvSpPr/>
          <p:nvPr userDrawn="1"/>
        </p:nvSpPr>
        <p:spPr>
          <a:xfrm rot="10800000">
            <a:off x="762000" y="433672"/>
            <a:ext cx="5105400" cy="747428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F1D9D1B-DAFD-B51F-97E7-61B2FFA9D6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01531">
            <a:off x="-3228079" y="5197202"/>
            <a:ext cx="8894559" cy="2409333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D8B81FFD-1A6A-C925-F0F1-F432D72FAD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8" y="5271846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81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AE44A2C5-E2D7-5610-F778-20CDB5DF8DCD}"/>
              </a:ext>
            </a:extLst>
          </p:cNvPr>
          <p:cNvSpPr/>
          <p:nvPr userDrawn="1"/>
        </p:nvSpPr>
        <p:spPr>
          <a:xfrm>
            <a:off x="0" y="-1"/>
            <a:ext cx="6096000" cy="1171575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6" name="Image 5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39BFE3E8-7FFD-B818-5048-470B9AB20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84511">
            <a:off x="5412999" y="5500360"/>
            <a:ext cx="8894559" cy="2409333"/>
          </a:xfrm>
          <a:prstGeom prst="rect">
            <a:avLst/>
          </a:prstGeom>
        </p:spPr>
      </p:pic>
      <p:pic>
        <p:nvPicPr>
          <p:cNvPr id="7" name="Image 6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76A0E94-FCF9-A717-9274-3F62274E65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918" y="5271845"/>
            <a:ext cx="1451641" cy="1433181"/>
          </a:xfrm>
          <a:prstGeom prst="rect">
            <a:avLst/>
          </a:prstGeom>
        </p:spPr>
      </p:pic>
      <p:pic>
        <p:nvPicPr>
          <p:cNvPr id="8" name="Image 7" descr="Une image contenant Caractère coloré, orange, Ambré, objet astronomique&#10;&#10;Description générée automatiquement">
            <a:extLst>
              <a:ext uri="{FF2B5EF4-FFF2-40B4-BE49-F238E27FC236}">
                <a16:creationId xmlns:a16="http://schemas.microsoft.com/office/drawing/2014/main" id="{EF4C6D14-49EB-C165-7F26-645F52C970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33" y="118352"/>
            <a:ext cx="861407" cy="90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05787AAF-85C2-AD13-098D-36C7535E8BB3}"/>
              </a:ext>
            </a:extLst>
          </p:cNvPr>
          <p:cNvSpPr/>
          <p:nvPr userDrawn="1"/>
        </p:nvSpPr>
        <p:spPr>
          <a:xfrm>
            <a:off x="0" y="838200"/>
            <a:ext cx="6096000" cy="2819400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Hexagone 3">
            <a:extLst>
              <a:ext uri="{FF2B5EF4-FFF2-40B4-BE49-F238E27FC236}">
                <a16:creationId xmlns:a16="http://schemas.microsoft.com/office/drawing/2014/main" id="{388A682B-C4E8-CB05-FE79-F5416A7D1853}"/>
              </a:ext>
            </a:extLst>
          </p:cNvPr>
          <p:cNvSpPr/>
          <p:nvPr userDrawn="1"/>
        </p:nvSpPr>
        <p:spPr>
          <a:xfrm>
            <a:off x="7162800" y="452895"/>
            <a:ext cx="6226707" cy="5359400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11000">
                <a:srgbClr val="740A12"/>
              </a:gs>
              <a:gs pos="100000">
                <a:srgbClr val="B50E1C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glow rad="101600">
              <a:srgbClr val="796E6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91AC1074-36CC-4694-A9AF-9E5C67F2C061}"/>
              </a:ext>
            </a:extLst>
          </p:cNvPr>
          <p:cNvSpPr/>
          <p:nvPr userDrawn="1"/>
        </p:nvSpPr>
        <p:spPr>
          <a:xfrm>
            <a:off x="838200" y="-1025087"/>
            <a:ext cx="1598957" cy="1477982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Hexagone 5">
            <a:extLst>
              <a:ext uri="{FF2B5EF4-FFF2-40B4-BE49-F238E27FC236}">
                <a16:creationId xmlns:a16="http://schemas.microsoft.com/office/drawing/2014/main" id="{BBE8ED64-AF54-5D66-68B9-DB26A12F5041}"/>
              </a:ext>
            </a:extLst>
          </p:cNvPr>
          <p:cNvSpPr/>
          <p:nvPr userDrawn="1"/>
        </p:nvSpPr>
        <p:spPr>
          <a:xfrm>
            <a:off x="7425665" y="597951"/>
            <a:ext cx="5700976" cy="5030273"/>
          </a:xfrm>
          <a:prstGeom prst="hexagon">
            <a:avLst>
              <a:gd name="adj" fmla="val 27352"/>
              <a:gd name="vf" fmla="val 115470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3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7" name="Image 6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1C0706E-2BA7-0421-6E2E-D787386FD3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sp>
        <p:nvSpPr>
          <p:cNvPr id="8" name="Hexagone 7">
            <a:extLst>
              <a:ext uri="{FF2B5EF4-FFF2-40B4-BE49-F238E27FC236}">
                <a16:creationId xmlns:a16="http://schemas.microsoft.com/office/drawing/2014/main" id="{870DEBAE-0D17-8214-A5E7-032A5232E735}"/>
              </a:ext>
            </a:extLst>
          </p:cNvPr>
          <p:cNvSpPr/>
          <p:nvPr userDrawn="1"/>
        </p:nvSpPr>
        <p:spPr>
          <a:xfrm>
            <a:off x="5715000" y="5100617"/>
            <a:ext cx="2373545" cy="2193965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9" name="Image 8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BC2DD29F-7FA1-73E1-D9EB-AA47D99DBF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88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A6252EE4-F126-2099-0FBB-CEEE961E75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pic>
        <p:nvPicPr>
          <p:cNvPr id="4" name="Image 3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A2A43214-2183-DCA1-8363-09FF05848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8" r="30246" b="19325"/>
          <a:stretch/>
        </p:blipFill>
        <p:spPr>
          <a:xfrm>
            <a:off x="3405000" y="0"/>
            <a:ext cx="8787000" cy="6858000"/>
          </a:xfrm>
          <a:prstGeom prst="rect">
            <a:avLst/>
          </a:prstGeom>
        </p:spPr>
      </p:pic>
      <p:sp>
        <p:nvSpPr>
          <p:cNvPr id="5" name="Hexagone 4">
            <a:extLst>
              <a:ext uri="{FF2B5EF4-FFF2-40B4-BE49-F238E27FC236}">
                <a16:creationId xmlns:a16="http://schemas.microsoft.com/office/drawing/2014/main" id="{8D95B9B3-66E3-707A-BCDD-D5BA19EF2BCC}"/>
              </a:ext>
            </a:extLst>
          </p:cNvPr>
          <p:cNvSpPr/>
          <p:nvPr userDrawn="1"/>
        </p:nvSpPr>
        <p:spPr>
          <a:xfrm>
            <a:off x="3892057" y="729000"/>
            <a:ext cx="6120000" cy="5400000"/>
          </a:xfrm>
          <a:prstGeom prst="hexagon">
            <a:avLst>
              <a:gd name="adj" fmla="val 27352"/>
              <a:gd name="vf" fmla="val 115470"/>
            </a:avLst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3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6" name="Image 5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5F556FF1-75C9-3258-43EE-C629AF4462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40DDA4B7-CCC5-56A8-4DB8-E80A6D6FD551}"/>
              </a:ext>
            </a:extLst>
          </p:cNvPr>
          <p:cNvSpPr/>
          <p:nvPr userDrawn="1"/>
        </p:nvSpPr>
        <p:spPr>
          <a:xfrm>
            <a:off x="0" y="838199"/>
            <a:ext cx="4840357" cy="1099931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131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capture d’écran&#10;&#10;Description générée automatiquement">
            <a:extLst>
              <a:ext uri="{FF2B5EF4-FFF2-40B4-BE49-F238E27FC236}">
                <a16:creationId xmlns:a16="http://schemas.microsoft.com/office/drawing/2014/main" id="{F0B56DB8-43CC-DCB0-7711-7B3B806E6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5" t="60459" r="2570" b="1"/>
          <a:stretch/>
        </p:blipFill>
        <p:spPr>
          <a:xfrm>
            <a:off x="0" y="0"/>
            <a:ext cx="5829300" cy="2326306"/>
          </a:xfrm>
          <a:prstGeom prst="rect">
            <a:avLst/>
          </a:prstGeom>
        </p:spPr>
      </p:pic>
      <p:sp>
        <p:nvSpPr>
          <p:cNvPr id="4" name="Hexagone 1">
            <a:extLst>
              <a:ext uri="{FF2B5EF4-FFF2-40B4-BE49-F238E27FC236}">
                <a16:creationId xmlns:a16="http://schemas.microsoft.com/office/drawing/2014/main" id="{3B029B5E-09C0-18F9-7C74-224272E014B0}"/>
              </a:ext>
            </a:extLst>
          </p:cNvPr>
          <p:cNvSpPr/>
          <p:nvPr userDrawn="1"/>
        </p:nvSpPr>
        <p:spPr>
          <a:xfrm>
            <a:off x="4653280" y="-12699"/>
            <a:ext cx="2156460" cy="835063"/>
          </a:xfrm>
          <a:custGeom>
            <a:avLst/>
            <a:gdLst>
              <a:gd name="connsiteX0" fmla="*/ 0 w 2514600"/>
              <a:gd name="connsiteY0" fmla="*/ 1096983 h 2193965"/>
              <a:gd name="connsiteX1" fmla="*/ 600093 w 2514600"/>
              <a:gd name="connsiteY1" fmla="*/ 1 h 2193965"/>
              <a:gd name="connsiteX2" fmla="*/ 1914507 w 2514600"/>
              <a:gd name="connsiteY2" fmla="*/ 1 h 2193965"/>
              <a:gd name="connsiteX3" fmla="*/ 2514600 w 2514600"/>
              <a:gd name="connsiteY3" fmla="*/ 1096983 h 2193965"/>
              <a:gd name="connsiteX4" fmla="*/ 1914507 w 2514600"/>
              <a:gd name="connsiteY4" fmla="*/ 2193964 h 2193965"/>
              <a:gd name="connsiteX5" fmla="*/ 600093 w 2514600"/>
              <a:gd name="connsiteY5" fmla="*/ 2193964 h 2193965"/>
              <a:gd name="connsiteX6" fmla="*/ 0 w 2514600"/>
              <a:gd name="connsiteY6" fmla="*/ 1096983 h 2193965"/>
              <a:gd name="connsiteX0" fmla="*/ 0 w 2514600"/>
              <a:gd name="connsiteY0" fmla="*/ 1096982 h 2193963"/>
              <a:gd name="connsiteX1" fmla="*/ 722013 w 2514600"/>
              <a:gd name="connsiteY1" fmla="*/ 1036320 h 2193963"/>
              <a:gd name="connsiteX2" fmla="*/ 1914507 w 2514600"/>
              <a:gd name="connsiteY2" fmla="*/ 0 h 2193963"/>
              <a:gd name="connsiteX3" fmla="*/ 2514600 w 2514600"/>
              <a:gd name="connsiteY3" fmla="*/ 1096982 h 2193963"/>
              <a:gd name="connsiteX4" fmla="*/ 1914507 w 2514600"/>
              <a:gd name="connsiteY4" fmla="*/ 2193963 h 2193963"/>
              <a:gd name="connsiteX5" fmla="*/ 600093 w 2514600"/>
              <a:gd name="connsiteY5" fmla="*/ 2193963 h 2193963"/>
              <a:gd name="connsiteX6" fmla="*/ 0 w 2514600"/>
              <a:gd name="connsiteY6" fmla="*/ 1096982 h 2193963"/>
              <a:gd name="connsiteX0" fmla="*/ 0 w 2514600"/>
              <a:gd name="connsiteY0" fmla="*/ 60662 h 1157643"/>
              <a:gd name="connsiteX1" fmla="*/ 722013 w 2514600"/>
              <a:gd name="connsiteY1" fmla="*/ 0 h 1157643"/>
              <a:gd name="connsiteX2" fmla="*/ 1609707 w 2514600"/>
              <a:gd name="connsiteY2" fmla="*/ 76200 h 1157643"/>
              <a:gd name="connsiteX3" fmla="*/ 2514600 w 2514600"/>
              <a:gd name="connsiteY3" fmla="*/ 60662 h 1157643"/>
              <a:gd name="connsiteX4" fmla="*/ 1914507 w 2514600"/>
              <a:gd name="connsiteY4" fmla="*/ 1157643 h 1157643"/>
              <a:gd name="connsiteX5" fmla="*/ 600093 w 2514600"/>
              <a:gd name="connsiteY5" fmla="*/ 1157643 h 1157643"/>
              <a:gd name="connsiteX6" fmla="*/ 0 w 2514600"/>
              <a:gd name="connsiteY6" fmla="*/ 60662 h 1157643"/>
              <a:gd name="connsiteX0" fmla="*/ 0 w 2407920"/>
              <a:gd name="connsiteY0" fmla="*/ 228302 h 1157643"/>
              <a:gd name="connsiteX1" fmla="*/ 615333 w 2407920"/>
              <a:gd name="connsiteY1" fmla="*/ 0 h 1157643"/>
              <a:gd name="connsiteX2" fmla="*/ 1503027 w 2407920"/>
              <a:gd name="connsiteY2" fmla="*/ 76200 h 1157643"/>
              <a:gd name="connsiteX3" fmla="*/ 2407920 w 2407920"/>
              <a:gd name="connsiteY3" fmla="*/ 60662 h 1157643"/>
              <a:gd name="connsiteX4" fmla="*/ 1807827 w 2407920"/>
              <a:gd name="connsiteY4" fmla="*/ 1157643 h 1157643"/>
              <a:gd name="connsiteX5" fmla="*/ 493413 w 2407920"/>
              <a:gd name="connsiteY5" fmla="*/ 1157643 h 1157643"/>
              <a:gd name="connsiteX6" fmla="*/ 0 w 2407920"/>
              <a:gd name="connsiteY6" fmla="*/ 228302 h 1157643"/>
              <a:gd name="connsiteX0" fmla="*/ 0 w 2240280"/>
              <a:gd name="connsiteY0" fmla="*/ 228302 h 1157643"/>
              <a:gd name="connsiteX1" fmla="*/ 615333 w 2240280"/>
              <a:gd name="connsiteY1" fmla="*/ 0 h 1157643"/>
              <a:gd name="connsiteX2" fmla="*/ 1503027 w 2240280"/>
              <a:gd name="connsiteY2" fmla="*/ 76200 h 1157643"/>
              <a:gd name="connsiteX3" fmla="*/ 2240280 w 2240280"/>
              <a:gd name="connsiteY3" fmla="*/ 274022 h 1157643"/>
              <a:gd name="connsiteX4" fmla="*/ 1807827 w 2240280"/>
              <a:gd name="connsiteY4" fmla="*/ 1157643 h 1157643"/>
              <a:gd name="connsiteX5" fmla="*/ 493413 w 2240280"/>
              <a:gd name="connsiteY5" fmla="*/ 1157643 h 1157643"/>
              <a:gd name="connsiteX6" fmla="*/ 0 w 2240280"/>
              <a:gd name="connsiteY6" fmla="*/ 228302 h 1157643"/>
              <a:gd name="connsiteX0" fmla="*/ 0 w 2240280"/>
              <a:gd name="connsiteY0" fmla="*/ 228302 h 1157643"/>
              <a:gd name="connsiteX1" fmla="*/ 615333 w 2240280"/>
              <a:gd name="connsiteY1" fmla="*/ 0 h 1157643"/>
              <a:gd name="connsiteX2" fmla="*/ 1548747 w 2240280"/>
              <a:gd name="connsiteY2" fmla="*/ 304800 h 1157643"/>
              <a:gd name="connsiteX3" fmla="*/ 2240280 w 2240280"/>
              <a:gd name="connsiteY3" fmla="*/ 274022 h 1157643"/>
              <a:gd name="connsiteX4" fmla="*/ 1807827 w 2240280"/>
              <a:gd name="connsiteY4" fmla="*/ 1157643 h 1157643"/>
              <a:gd name="connsiteX5" fmla="*/ 493413 w 2240280"/>
              <a:gd name="connsiteY5" fmla="*/ 1157643 h 1157643"/>
              <a:gd name="connsiteX6" fmla="*/ 0 w 2240280"/>
              <a:gd name="connsiteY6" fmla="*/ 228302 h 1157643"/>
              <a:gd name="connsiteX0" fmla="*/ 0 w 2240280"/>
              <a:gd name="connsiteY0" fmla="*/ 0 h 929341"/>
              <a:gd name="connsiteX1" fmla="*/ 630573 w 2240280"/>
              <a:gd name="connsiteY1" fmla="*/ 61258 h 929341"/>
              <a:gd name="connsiteX2" fmla="*/ 1548747 w 2240280"/>
              <a:gd name="connsiteY2" fmla="*/ 7649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40280"/>
              <a:gd name="connsiteY0" fmla="*/ 0 h 929341"/>
              <a:gd name="connsiteX1" fmla="*/ 645813 w 2240280"/>
              <a:gd name="connsiteY1" fmla="*/ 15538 h 929341"/>
              <a:gd name="connsiteX2" fmla="*/ 1548747 w 2240280"/>
              <a:gd name="connsiteY2" fmla="*/ 7649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40280"/>
              <a:gd name="connsiteY0" fmla="*/ 0 h 929341"/>
              <a:gd name="connsiteX1" fmla="*/ 645813 w 2240280"/>
              <a:gd name="connsiteY1" fmla="*/ 15538 h 929341"/>
              <a:gd name="connsiteX2" fmla="*/ 1487787 w 2240280"/>
              <a:gd name="connsiteY2" fmla="*/ 3077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07260"/>
              <a:gd name="connsiteY0" fmla="*/ 0 h 929341"/>
              <a:gd name="connsiteX1" fmla="*/ 645813 w 2207260"/>
              <a:gd name="connsiteY1" fmla="*/ 15538 h 929341"/>
              <a:gd name="connsiteX2" fmla="*/ 1487787 w 2207260"/>
              <a:gd name="connsiteY2" fmla="*/ 30778 h 929341"/>
              <a:gd name="connsiteX3" fmla="*/ 2207260 w 2207260"/>
              <a:gd name="connsiteY3" fmla="*/ 96520 h 929341"/>
              <a:gd name="connsiteX4" fmla="*/ 1807827 w 2207260"/>
              <a:gd name="connsiteY4" fmla="*/ 929341 h 929341"/>
              <a:gd name="connsiteX5" fmla="*/ 493413 w 2207260"/>
              <a:gd name="connsiteY5" fmla="*/ 929341 h 929341"/>
              <a:gd name="connsiteX6" fmla="*/ 0 w 2207260"/>
              <a:gd name="connsiteY6" fmla="*/ 0 h 929341"/>
              <a:gd name="connsiteX0" fmla="*/ 0 w 2156460"/>
              <a:gd name="connsiteY0" fmla="*/ 91142 h 913803"/>
              <a:gd name="connsiteX1" fmla="*/ 595013 w 2156460"/>
              <a:gd name="connsiteY1" fmla="*/ 0 h 913803"/>
              <a:gd name="connsiteX2" fmla="*/ 1436987 w 2156460"/>
              <a:gd name="connsiteY2" fmla="*/ 15240 h 913803"/>
              <a:gd name="connsiteX3" fmla="*/ 2156460 w 2156460"/>
              <a:gd name="connsiteY3" fmla="*/ 80982 h 913803"/>
              <a:gd name="connsiteX4" fmla="*/ 1757027 w 2156460"/>
              <a:gd name="connsiteY4" fmla="*/ 913803 h 913803"/>
              <a:gd name="connsiteX5" fmla="*/ 442613 w 2156460"/>
              <a:gd name="connsiteY5" fmla="*/ 913803 h 913803"/>
              <a:gd name="connsiteX6" fmla="*/ 0 w 2156460"/>
              <a:gd name="connsiteY6" fmla="*/ 91142 h 913803"/>
              <a:gd name="connsiteX0" fmla="*/ 0 w 2156460"/>
              <a:gd name="connsiteY0" fmla="*/ 75902 h 898563"/>
              <a:gd name="connsiteX1" fmla="*/ 628033 w 2156460"/>
              <a:gd name="connsiteY1" fmla="*/ 63500 h 898563"/>
              <a:gd name="connsiteX2" fmla="*/ 1436987 w 2156460"/>
              <a:gd name="connsiteY2" fmla="*/ 0 h 898563"/>
              <a:gd name="connsiteX3" fmla="*/ 2156460 w 2156460"/>
              <a:gd name="connsiteY3" fmla="*/ 65742 h 898563"/>
              <a:gd name="connsiteX4" fmla="*/ 1757027 w 2156460"/>
              <a:gd name="connsiteY4" fmla="*/ 898563 h 898563"/>
              <a:gd name="connsiteX5" fmla="*/ 442613 w 2156460"/>
              <a:gd name="connsiteY5" fmla="*/ 898563 h 898563"/>
              <a:gd name="connsiteX6" fmla="*/ 0 w 2156460"/>
              <a:gd name="connsiteY6" fmla="*/ 75902 h 898563"/>
              <a:gd name="connsiteX0" fmla="*/ 0 w 2156460"/>
              <a:gd name="connsiteY0" fmla="*/ 12402 h 835063"/>
              <a:gd name="connsiteX1" fmla="*/ 628033 w 2156460"/>
              <a:gd name="connsiteY1" fmla="*/ 0 h 835063"/>
              <a:gd name="connsiteX2" fmla="*/ 1424287 w 2156460"/>
              <a:gd name="connsiteY2" fmla="*/ 0 h 835063"/>
              <a:gd name="connsiteX3" fmla="*/ 2156460 w 2156460"/>
              <a:gd name="connsiteY3" fmla="*/ 2242 h 835063"/>
              <a:gd name="connsiteX4" fmla="*/ 1757027 w 2156460"/>
              <a:gd name="connsiteY4" fmla="*/ 835063 h 835063"/>
              <a:gd name="connsiteX5" fmla="*/ 442613 w 2156460"/>
              <a:gd name="connsiteY5" fmla="*/ 835063 h 835063"/>
              <a:gd name="connsiteX6" fmla="*/ 0 w 2156460"/>
              <a:gd name="connsiteY6" fmla="*/ 12402 h 835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6460" h="835063">
                <a:moveTo>
                  <a:pt x="0" y="12402"/>
                </a:moveTo>
                <a:lnTo>
                  <a:pt x="628033" y="0"/>
                </a:lnTo>
                <a:lnTo>
                  <a:pt x="1424287" y="0"/>
                </a:lnTo>
                <a:lnTo>
                  <a:pt x="2156460" y="2242"/>
                </a:lnTo>
                <a:lnTo>
                  <a:pt x="1757027" y="835063"/>
                </a:lnTo>
                <a:lnTo>
                  <a:pt x="442613" y="835063"/>
                </a:lnTo>
                <a:lnTo>
                  <a:pt x="0" y="12402"/>
                </a:lnTo>
                <a:close/>
              </a:path>
            </a:pathLst>
          </a:cu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381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20539991-6E78-F9BD-B872-60809AD0A4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09726B9D-3B47-5A42-7032-6E8E5D72E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174" y="5463899"/>
            <a:ext cx="1051125" cy="1064264"/>
          </a:xfrm>
          <a:prstGeom prst="rect">
            <a:avLst/>
          </a:prstGeom>
        </p:spPr>
      </p:pic>
      <p:pic>
        <p:nvPicPr>
          <p:cNvPr id="7" name="Image 6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37B3A863-0E38-BF64-E3D1-B787EE68FA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21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capture d’écran&#10;&#10;Description générée automatiquement">
            <a:extLst>
              <a:ext uri="{FF2B5EF4-FFF2-40B4-BE49-F238E27FC236}">
                <a16:creationId xmlns:a16="http://schemas.microsoft.com/office/drawing/2014/main" id="{782FC92F-1925-9CD9-A3FE-DDF1A1F232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50" r="14287"/>
          <a:stretch/>
        </p:blipFill>
        <p:spPr>
          <a:xfrm>
            <a:off x="6400800" y="0"/>
            <a:ext cx="6569526" cy="2173906"/>
          </a:xfrm>
          <a:prstGeom prst="rect">
            <a:avLst/>
          </a:prstGeom>
        </p:spPr>
      </p:pic>
      <p:pic>
        <p:nvPicPr>
          <p:cNvPr id="4" name="Image 3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48E03136-E8F4-B9BD-A177-CEEE4BEA6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626" t="38019" r="-53825" b="-12558"/>
          <a:stretch/>
        </p:blipFill>
        <p:spPr>
          <a:xfrm>
            <a:off x="3276600" y="0"/>
            <a:ext cx="4495800" cy="1341852"/>
          </a:xfrm>
          <a:prstGeom prst="rect">
            <a:avLst/>
          </a:prstGeom>
        </p:spPr>
      </p:pic>
      <p:pic>
        <p:nvPicPr>
          <p:cNvPr id="5" name="Image 4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9910E630-3E86-C319-10DE-027E017313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14" y="5463899"/>
            <a:ext cx="1051125" cy="1064264"/>
          </a:xfrm>
          <a:prstGeom prst="rect">
            <a:avLst/>
          </a:prstGeom>
        </p:spPr>
      </p:pic>
      <p:pic>
        <p:nvPicPr>
          <p:cNvPr id="6" name="Image 5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08F5A461-B942-A0E2-73E7-8AB5207775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477411">
            <a:off x="-765214" y="6271553"/>
            <a:ext cx="13989880" cy="1725639"/>
          </a:xfrm>
          <a:prstGeom prst="rect">
            <a:avLst/>
          </a:prstGeom>
        </p:spPr>
      </p:pic>
      <p:pic>
        <p:nvPicPr>
          <p:cNvPr id="7" name="Image 6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CB874067-5709-CC5A-55D8-EED1A6ADBA5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601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00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E5A0A40-4C03-4822-9A1F-1FD8453B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4441" t="3406" r="5664" b="15727"/>
          <a:stretch/>
        </p:blipFill>
        <p:spPr>
          <a:xfrm>
            <a:off x="-25568" y="5914"/>
            <a:ext cx="12217568" cy="68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46C68E-3D69-4895-82CA-F99B5C875087}"/>
              </a:ext>
            </a:extLst>
          </p:cNvPr>
          <p:cNvSpPr/>
          <p:nvPr userDrawn="1"/>
        </p:nvSpPr>
        <p:spPr>
          <a:xfrm>
            <a:off x="-79795" y="15190"/>
            <a:ext cx="12260436" cy="6858576"/>
          </a:xfrm>
          <a:prstGeom prst="rect">
            <a:avLst/>
          </a:prstGeom>
          <a:gradFill>
            <a:gsLst>
              <a:gs pos="97000">
                <a:schemeClr val="bg1"/>
              </a:gs>
              <a:gs pos="0">
                <a:schemeClr val="accent1">
                  <a:alpha val="0"/>
                  <a:lumMod val="0"/>
                  <a:lumOff val="100000"/>
                </a:schemeClr>
              </a:gs>
              <a:gs pos="88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EB43A0B-BB3D-3BF8-6358-7C3490484412}"/>
              </a:ext>
            </a:extLst>
          </p:cNvPr>
          <p:cNvSpPr/>
          <p:nvPr userDrawn="1"/>
        </p:nvSpPr>
        <p:spPr>
          <a:xfrm rot="10800000" flipH="1">
            <a:off x="-16042" y="-16042"/>
            <a:ext cx="4509135" cy="70104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5222970"/>
              <a:gd name="connsiteY0" fmla="*/ 0 h 6858000"/>
              <a:gd name="connsiteX1" fmla="*/ 2748881 w 5222970"/>
              <a:gd name="connsiteY1" fmla="*/ 0 h 6858000"/>
              <a:gd name="connsiteX2" fmla="*/ 5222970 w 5222970"/>
              <a:gd name="connsiteY2" fmla="*/ 3038747 h 6858000"/>
              <a:gd name="connsiteX3" fmla="*/ 2748881 w 5222970"/>
              <a:gd name="connsiteY3" fmla="*/ 6858000 h 6858000"/>
              <a:gd name="connsiteX4" fmla="*/ 0 w 5222970"/>
              <a:gd name="connsiteY4" fmla="*/ 6858000 h 6858000"/>
              <a:gd name="connsiteX5" fmla="*/ 0 w 522297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970" h="6858000">
                <a:moveTo>
                  <a:pt x="0" y="0"/>
                </a:moveTo>
                <a:lnTo>
                  <a:pt x="2748881" y="0"/>
                </a:lnTo>
                <a:lnTo>
                  <a:pt x="5222970" y="303874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9958B36-DEC0-D630-F39E-EEEAC781E5AB}"/>
              </a:ext>
            </a:extLst>
          </p:cNvPr>
          <p:cNvSpPr/>
          <p:nvPr userDrawn="1"/>
        </p:nvSpPr>
        <p:spPr>
          <a:xfrm rot="3593815" flipV="1">
            <a:off x="1343067" y="945701"/>
            <a:ext cx="3809448" cy="493530"/>
          </a:xfrm>
          <a:prstGeom prst="parallelogram">
            <a:avLst>
              <a:gd name="adj" fmla="val 40574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6EA17DC2-3080-3495-EC66-C9F6F619A1F4}"/>
              </a:ext>
            </a:extLst>
          </p:cNvPr>
          <p:cNvSpPr/>
          <p:nvPr userDrawn="1"/>
        </p:nvSpPr>
        <p:spPr>
          <a:xfrm rot="7543238">
            <a:off x="1561559" y="5934780"/>
            <a:ext cx="2758862" cy="450284"/>
          </a:xfrm>
          <a:prstGeom prst="parallelogram">
            <a:avLst>
              <a:gd name="adj" fmla="val 42613"/>
            </a:avLst>
          </a:prstGeom>
          <a:gradFill>
            <a:gsLst>
              <a:gs pos="9000">
                <a:schemeClr val="bg1">
                  <a:lumMod val="75000"/>
                </a:schemeClr>
              </a:gs>
              <a:gs pos="51000">
                <a:schemeClr val="bg1">
                  <a:lumMod val="95000"/>
                </a:schemeClr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0EC1AD1-4E77-E222-BC14-E6EFD495F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17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7679272-97DF-B924-19D8-143FB11E0324}"/>
              </a:ext>
            </a:extLst>
          </p:cNvPr>
          <p:cNvSpPr/>
          <p:nvPr userDrawn="1"/>
        </p:nvSpPr>
        <p:spPr>
          <a:xfrm rot="10800000" flipH="1">
            <a:off x="1" y="0"/>
            <a:ext cx="1441341" cy="68580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4948533"/>
              <a:gd name="connsiteY0" fmla="*/ 0 h 6858000"/>
              <a:gd name="connsiteX1" fmla="*/ 2748881 w 4948533"/>
              <a:gd name="connsiteY1" fmla="*/ 0 h 6858000"/>
              <a:gd name="connsiteX2" fmla="*/ 4948533 w 4948533"/>
              <a:gd name="connsiteY2" fmla="*/ 3525975 h 6858000"/>
              <a:gd name="connsiteX3" fmla="*/ 2748881 w 4948533"/>
              <a:gd name="connsiteY3" fmla="*/ 6858000 h 6858000"/>
              <a:gd name="connsiteX4" fmla="*/ 0 w 4948533"/>
              <a:gd name="connsiteY4" fmla="*/ 6858000 h 6858000"/>
              <a:gd name="connsiteX5" fmla="*/ 0 w 494853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8533" h="6858000">
                <a:moveTo>
                  <a:pt x="0" y="0"/>
                </a:moveTo>
                <a:lnTo>
                  <a:pt x="2748881" y="0"/>
                </a:lnTo>
                <a:lnTo>
                  <a:pt x="4948533" y="3525975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7000">
                <a:srgbClr val="FCFCFC"/>
              </a:gs>
              <a:gs pos="72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4" name="Image 3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28CEED96-96D3-AAD1-0D08-7EC60F13F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6" y="5983353"/>
            <a:ext cx="709333" cy="727930"/>
          </a:xfrm>
          <a:prstGeom prst="rect">
            <a:avLst/>
          </a:prstGeom>
        </p:spPr>
      </p:pic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59E64876-FEE9-A8A7-9872-56B19685B995}"/>
              </a:ext>
            </a:extLst>
          </p:cNvPr>
          <p:cNvSpPr/>
          <p:nvPr userDrawn="1"/>
        </p:nvSpPr>
        <p:spPr>
          <a:xfrm rot="6024998">
            <a:off x="-851958" y="5541950"/>
            <a:ext cx="4042378" cy="348905"/>
          </a:xfrm>
          <a:prstGeom prst="parallelogram">
            <a:avLst>
              <a:gd name="adj" fmla="val 226972"/>
            </a:avLst>
          </a:prstGeom>
          <a:solidFill>
            <a:schemeClr val="tx1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9166C1B2-4F24-5034-E854-616A93C6ED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957" y="5700714"/>
            <a:ext cx="856906" cy="867616"/>
          </a:xfrm>
          <a:prstGeom prst="rect">
            <a:avLst/>
          </a:prstGeom>
        </p:spPr>
      </p:pic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C46F7B01-1E4D-6788-4A2E-E4843068B8D1}"/>
              </a:ext>
            </a:extLst>
          </p:cNvPr>
          <p:cNvSpPr/>
          <p:nvPr userDrawn="1"/>
        </p:nvSpPr>
        <p:spPr>
          <a:xfrm rot="4748371" flipV="1">
            <a:off x="-592161" y="897566"/>
            <a:ext cx="3550875" cy="354670"/>
          </a:xfrm>
          <a:prstGeom prst="parallelogram">
            <a:avLst>
              <a:gd name="adj" fmla="val 151161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161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7E385133-1192-42AD-B040-C0ED487FFC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223" r="-33"/>
          <a:stretch/>
        </p:blipFill>
        <p:spPr>
          <a:xfrm>
            <a:off x="0" y="-88900"/>
            <a:ext cx="12191999" cy="6970020"/>
          </a:xfrm>
          <a:prstGeom prst="rect">
            <a:avLst/>
          </a:prstGeom>
        </p:spPr>
      </p:pic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FB596C72-D602-5B54-40CA-6B667EE50810}"/>
              </a:ext>
            </a:extLst>
          </p:cNvPr>
          <p:cNvSpPr/>
          <p:nvPr userDrawn="1"/>
        </p:nvSpPr>
        <p:spPr>
          <a:xfrm rot="3529569" flipV="1">
            <a:off x="-1048011" y="391869"/>
            <a:ext cx="2485341" cy="414045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23DF7-B260-6705-810A-C3ABF9A090BE}"/>
              </a:ext>
            </a:extLst>
          </p:cNvPr>
          <p:cNvSpPr/>
          <p:nvPr userDrawn="1"/>
        </p:nvSpPr>
        <p:spPr>
          <a:xfrm>
            <a:off x="0" y="3086100"/>
            <a:ext cx="468226" cy="3771900"/>
          </a:xfrm>
          <a:prstGeom prst="rect">
            <a:avLst/>
          </a:prstGeom>
          <a:gradFill>
            <a:gsLst>
              <a:gs pos="0">
                <a:srgbClr val="F0F0F0"/>
              </a:gs>
              <a:gs pos="100000">
                <a:srgbClr val="E1E1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FB8000-4974-2812-EDB0-B69533253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35" t="28996" r="-5658"/>
          <a:stretch/>
        </p:blipFill>
        <p:spPr>
          <a:xfrm>
            <a:off x="767" y="624563"/>
            <a:ext cx="1159674" cy="5779099"/>
          </a:xfrm>
          <a:prstGeom prst="rect">
            <a:avLst/>
          </a:prstGeom>
        </p:spPr>
      </p:pic>
      <p:pic>
        <p:nvPicPr>
          <p:cNvPr id="7" name="Image 6" descr="Une image contenant texte, logo, Graphique, clipart&#10;&#10;Description générée automatiquement">
            <a:extLst>
              <a:ext uri="{FF2B5EF4-FFF2-40B4-BE49-F238E27FC236}">
                <a16:creationId xmlns:a16="http://schemas.microsoft.com/office/drawing/2014/main" id="{7C7865FC-CABF-C994-DC7F-2A2E9EDC1B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" y="1802904"/>
            <a:ext cx="856906" cy="884686"/>
          </a:xfrm>
          <a:prstGeom prst="rect">
            <a:avLst/>
          </a:prstGeom>
        </p:spPr>
      </p:pic>
      <p:pic>
        <p:nvPicPr>
          <p:cNvPr id="9" name="Image 8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CE1A26C9-2242-4C94-82E0-B395B5D4EAA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55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2AC91-DE03-B7D3-66F7-1FB32D65A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347C6C-81FA-DF0B-1DB0-27273C8FD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607200-55A1-2293-E226-6EAA40BA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17BD95-123A-E515-E6A4-BABF145C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576E18-5B81-D68E-27B6-AE273B30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3129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76CAB-064C-2706-66A2-1F84D171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B65B2D-49AA-817E-7211-F7653E2B3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605518-B334-B39C-8B2B-6526FC2F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A7FDCB-343F-1FBF-7898-52586FAB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FD54CB-64C4-2BE5-5152-074B94CD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8137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9FB8F-6625-7856-F9ED-E4B1F1F7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79BFD4-FDD1-F2CB-5EDD-47ED726E3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5A9CF-9616-CCCC-BFCC-1D23AF4B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F560F-16EE-4ED4-69E1-4AC77BCB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7ADB5F-C1D3-5B45-BE1D-9F7A4E32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73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6609F-3E0F-E00A-265A-95BAEE53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81FA2B-0197-9E89-17F7-CBF1613D6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A1BD0A-5DCC-A0E1-FF1F-D3A1FA91F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43DF7C-8E69-1EB4-B5B0-FCBAC03D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20060B-1446-FE45-7637-9892D8D8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D201CF-05FD-2193-E3AA-28B90D74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098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7C4F0-A60F-2C28-2580-4085CC92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770630-5256-4161-0859-F025CF39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DF631C-266F-5680-3175-0C49B3FFF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58A668-FF98-8D2F-6B8D-EF922358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48310D8-ECD2-9A17-7964-1C84CAE96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9CCDEB3-17B2-F3B1-19AA-E0776FF1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72F1E7-2067-8759-F916-EBABF4E0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4BB051-F524-7323-2DE7-A059CA90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9220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DEEC1-DD2D-1885-B8D6-1C76E62D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E78E24-7F84-9ACE-F8D6-F2C28468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845D14-01F5-2E45-1A7D-FCC37AF1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6083F8-0983-2612-0281-B4F8B7F7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8880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9DF8BC56-DD0E-4CF5-B1DE-9E4E784DFB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223" r="-33"/>
          <a:stretch/>
        </p:blipFill>
        <p:spPr>
          <a:xfrm>
            <a:off x="0" y="-88900"/>
            <a:ext cx="12191999" cy="6970020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85FE6168-9953-44F5-ABD1-4307AED542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29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56841-94AE-A25F-EE3A-E9D788D6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465D3F-21B6-EF45-4914-2714FEDA7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D6BA64-9395-A790-6490-F2F8E9471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7EB71C-EB51-1598-EDD2-C2456F5D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3DBD82-CD6C-99E3-73E8-59131A7D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B54B67-F988-9E27-73C2-81B783B6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4687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99CB6-3A3E-9E47-2176-FEF4865F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F59BB3-8744-EADD-33A6-371E6C0B7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36C7EF-F805-F6D7-B577-391099CB4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35285F-9F6C-F5C7-4474-ABC82684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60FFE4-C469-B706-E0C1-3ED1C771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EE7EFC-262D-B77D-372B-31FDAD20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8074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2941D-D31B-6814-0316-3815E731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7F8DAC-FDA0-F1B1-FD85-57B9238C9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32E2F1-328D-EF29-F1A6-1EA114DF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45C62A-1185-4BF2-A564-EF9C3DE2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CA79D2-673C-8247-7D7B-CAB420F3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771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2C2D44-589C-94AE-BC55-2E3A68CCE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F5B553-7E3F-DE2B-50DE-B45F44CFB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CA30F6-1FCB-73A8-990F-16B8841B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F0ED85-17FD-B80F-071C-7834C65E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73CDF-245B-ABD1-97CB-18FE5238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519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6540C4-228D-C0B7-D173-DF6B0AA43D05}"/>
              </a:ext>
            </a:extLst>
          </p:cNvPr>
          <p:cNvSpPr/>
          <p:nvPr userDrawn="1"/>
        </p:nvSpPr>
        <p:spPr>
          <a:xfrm>
            <a:off x="0" y="1"/>
            <a:ext cx="12185276" cy="68580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FB596C72-D602-5B54-40CA-6B667EE50810}"/>
              </a:ext>
            </a:extLst>
          </p:cNvPr>
          <p:cNvSpPr/>
          <p:nvPr userDrawn="1"/>
        </p:nvSpPr>
        <p:spPr>
          <a:xfrm rot="3529569" flipV="1">
            <a:off x="-1048011" y="391869"/>
            <a:ext cx="2485341" cy="414045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23DF7-B260-6705-810A-C3ABF9A090BE}"/>
              </a:ext>
            </a:extLst>
          </p:cNvPr>
          <p:cNvSpPr/>
          <p:nvPr userDrawn="1"/>
        </p:nvSpPr>
        <p:spPr>
          <a:xfrm>
            <a:off x="0" y="3086100"/>
            <a:ext cx="468226" cy="3771900"/>
          </a:xfrm>
          <a:prstGeom prst="rect">
            <a:avLst/>
          </a:prstGeom>
          <a:gradFill>
            <a:gsLst>
              <a:gs pos="0">
                <a:srgbClr val="F0F0F0"/>
              </a:gs>
              <a:gs pos="100000">
                <a:srgbClr val="E1E1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FB8000-4974-2812-EDB0-B69533253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35" t="28996" r="-5658"/>
          <a:stretch/>
        </p:blipFill>
        <p:spPr>
          <a:xfrm>
            <a:off x="767" y="624563"/>
            <a:ext cx="1159674" cy="5779099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87C562C-7D7F-42F4-25C2-13B9CE2682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957" y="5700714"/>
            <a:ext cx="856906" cy="867616"/>
          </a:xfrm>
          <a:prstGeom prst="rect">
            <a:avLst/>
          </a:prstGeom>
        </p:spPr>
      </p:pic>
      <p:pic>
        <p:nvPicPr>
          <p:cNvPr id="7" name="Image 6" descr="Une image contenant texte, logo, Graphique, clipart&#10;&#10;Description générée automatiquement">
            <a:extLst>
              <a:ext uri="{FF2B5EF4-FFF2-40B4-BE49-F238E27FC236}">
                <a16:creationId xmlns:a16="http://schemas.microsoft.com/office/drawing/2014/main" id="{7C7865FC-CABF-C994-DC7F-2A2E9EDC1B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3398"/>
            <a:ext cx="856906" cy="884686"/>
          </a:xfrm>
          <a:prstGeom prst="rect">
            <a:avLst/>
          </a:prstGeom>
        </p:spPr>
      </p:pic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9CFEDDD2-6441-DDF9-8434-522D91B9057F}"/>
              </a:ext>
            </a:extLst>
          </p:cNvPr>
          <p:cNvSpPr/>
          <p:nvPr userDrawn="1"/>
        </p:nvSpPr>
        <p:spPr>
          <a:xfrm flipH="1">
            <a:off x="362025" y="-35044"/>
            <a:ext cx="12793360" cy="1162539"/>
          </a:xfrm>
          <a:prstGeom prst="parallelogram">
            <a:avLst>
              <a:gd name="adj" fmla="val 56462"/>
            </a:avLst>
          </a:prstGeom>
          <a:gradFill flip="none" rotWithShape="1">
            <a:gsLst>
              <a:gs pos="0">
                <a:srgbClr val="E9AA04"/>
              </a:gs>
              <a:gs pos="50000">
                <a:srgbClr val="D6601A"/>
              </a:gs>
              <a:gs pos="100000">
                <a:srgbClr val="C82C1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06AE207E-10B0-5778-B348-C3EDBE3A62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0441" y="1397479"/>
            <a:ext cx="9657084" cy="50791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  <a:lvl2pPr marL="457200" indent="0"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None/>
              <a:defRPr sz="1800">
                <a:latin typeface="Century Gothic" panose="020B0502020202020204" pitchFamily="34" charset="0"/>
              </a:defRPr>
            </a:lvl3pPr>
            <a:lvl4pPr marL="1371600" indent="0">
              <a:buNone/>
              <a:defRPr sz="1800">
                <a:latin typeface="Century Gothic" panose="020B0502020202020204" pitchFamily="34" charset="0"/>
              </a:defRPr>
            </a:lvl4pPr>
            <a:lvl5pPr marL="1828800" indent="0">
              <a:buNone/>
              <a:defRPr sz="18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EE1BB52B-6A35-FFF0-7C65-DAC84B393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7975" y="233363"/>
            <a:ext cx="10321925" cy="5254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30668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>
            <a:extLst>
              <a:ext uri="{FF2B5EF4-FFF2-40B4-BE49-F238E27FC236}">
                <a16:creationId xmlns:a16="http://schemas.microsoft.com/office/drawing/2014/main" id="{DC20DB84-F1EA-4223-A63C-CFA6DD9BADF6}"/>
              </a:ext>
            </a:extLst>
          </p:cNvPr>
          <p:cNvSpPr/>
          <p:nvPr userDrawn="1"/>
        </p:nvSpPr>
        <p:spPr>
          <a:xfrm>
            <a:off x="0" y="-10508"/>
            <a:ext cx="12193270" cy="2263140"/>
          </a:xfrm>
          <a:custGeom>
            <a:avLst/>
            <a:gdLst/>
            <a:ahLst/>
            <a:cxnLst/>
            <a:rect l="l" t="t" r="r" b="b"/>
            <a:pathLst>
              <a:path w="12193270" h="2263140">
                <a:moveTo>
                  <a:pt x="12193206" y="0"/>
                </a:moveTo>
                <a:lnTo>
                  <a:pt x="758901" y="0"/>
                </a:lnTo>
                <a:lnTo>
                  <a:pt x="688517" y="444347"/>
                </a:lnTo>
                <a:lnTo>
                  <a:pt x="12193206" y="2263114"/>
                </a:lnTo>
                <a:lnTo>
                  <a:pt x="12193206" y="0"/>
                </a:lnTo>
                <a:close/>
              </a:path>
              <a:path w="12193270" h="2263140">
                <a:moveTo>
                  <a:pt x="636092" y="0"/>
                </a:moveTo>
                <a:lnTo>
                  <a:pt x="0" y="0"/>
                </a:lnTo>
                <a:lnTo>
                  <a:pt x="0" y="321983"/>
                </a:lnTo>
                <a:lnTo>
                  <a:pt x="569429" y="420992"/>
                </a:lnTo>
                <a:lnTo>
                  <a:pt x="636092" y="0"/>
                </a:lnTo>
                <a:close/>
              </a:path>
            </a:pathLst>
          </a:custGeom>
          <a:solidFill>
            <a:srgbClr val="6A9C9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9A1608-5BEF-47A1-ADFB-3BBFC684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7E3-65AE-4815-AF0E-903024A15849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E21F4C-CA04-48D4-B3A9-E8367B53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27E26F-0A79-4FA5-AA9B-69E9EDC0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4E4C-2198-46A7-83D5-4E7A1B02CB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9591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CB947-B687-FE7D-2D72-523532927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9F469D-F7FE-8A04-DB48-5BCA0EBE2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9ACB18-402A-4703-80A1-E0B3FAF7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51B7BE-720F-4109-3246-DAD8CFA6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F8BD54-AC68-5402-A5CB-23E49D8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02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537771-F5CE-320A-CE49-1158DA5F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C1F42E-F6CC-BC2F-660F-12290939E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14728A-6ADC-F509-041A-68756EA1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C2E39-46F8-E112-5F8F-4380A67B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768766-02DB-0D33-F22D-BF0BF06B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1193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0A023-42F3-04D7-BE10-F91BE969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9BD287-3D24-BC0F-942B-4ACD9B45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670883-8A0E-178F-C8A6-39CA31F9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30227E-F1CC-92DA-2732-EABD4716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70C585-7C3E-4788-97E7-70D8BD30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3473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B7C5CB-9EA1-3CA0-F2BA-9CE93C25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2D1F0-ADE4-A105-D36F-0225B5FD0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395CD2-DB36-8692-9FFA-91EE79B4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1CB33D-EB1E-CE4E-FED5-C47606A9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F00A95-D54A-5615-0FDF-621D144B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71AF67-90C8-088F-513E-C275C561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816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2BE0B-58B5-19B2-D973-45246976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14BBD9-C86A-3F04-1B42-46FA40C0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B7EE8D-43ED-C41F-60E3-D7368881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C4715B-6581-4EE5-A3BD-1319C06C5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012375E-8A48-6D68-DE67-B83889524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C0D438-124D-4AE6-BCFD-C1CAECF9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CBC75B-D8E4-08F9-564D-A6624CB3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8FBB68-57DB-3D82-A400-B6D8E7B9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1105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E3DC3-6155-6E89-98DC-A3A9B969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B480C2-3699-4C6B-0EEC-34F97035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FF4F41-8FFB-2CB6-2F75-1914C7C5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BF1F07-3463-5A08-BBEF-BBB9EF71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094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B4C87A-E30A-5D45-740B-46C1E84C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77442C-C924-29FD-4C4F-22FC3ABE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84C9F-033E-4DC4-18B5-5F61877D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9728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930A5-E813-7754-13D4-607B2762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AB274A-5D8C-C7D9-715B-401653F2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CE209-22AD-6391-B164-A601303A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B21219-95C8-85B6-8CE8-A53FBCBD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5409C-C1C7-AB9D-9252-976FB918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2E0E37-7A39-7D58-3879-C685C34E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7469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6F6E7-2DF9-4D42-A59C-E686D44A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4F3EBB-53A6-F067-60B2-89A2D89C5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BC0E03-2516-42C0-CC3F-D5B986B14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8E64F7-322C-19E6-5B8D-2709CF1D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75AC17-DB28-5093-D952-092F3F41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E53903-D148-639D-A6B3-569DAB76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3680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9AD28-C084-89DF-0B03-349AD9C4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F81644-8FEC-39B2-9736-5DD743EF1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F0B3F4-3438-30D8-FD26-A0134C94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19DA65-6C67-5D91-197D-9B0D0879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5C2345-EEDF-FC8D-6304-B0A1A07E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522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BB8B8F-FA47-4D6B-4602-356BADEE0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E77E4E-D5BA-8036-A21B-DD1510F94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33338-3DBD-8CB6-8B32-79AB2BA3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0B3C7-EC0B-3808-15E5-E8E9E5EA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B27669-29DE-2AD4-294F-DD4D7FF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3165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6124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 fo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434000" y="216000"/>
            <a:ext cx="10578000" cy="1008000"/>
          </a:xfrm>
          <a:prstGeom prst="rect">
            <a:avLst/>
          </a:prstGeom>
        </p:spPr>
        <p:txBody>
          <a:bodyPr vert="horz" lIns="360000" tIns="45720" rIns="36000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10"/>
          <p:cNvCxnSpPr/>
          <p:nvPr/>
        </p:nvCxnSpPr>
        <p:spPr>
          <a:xfrm>
            <a:off x="180000" y="6318000"/>
            <a:ext cx="11832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180000" y="1439999"/>
            <a:ext cx="11829600" cy="4680693"/>
          </a:xfrm>
        </p:spPr>
        <p:txBody>
          <a:bodyPr/>
          <a:lstStyle>
            <a:lvl1pPr>
              <a:defRPr>
                <a:latin typeface="Electrolux Sans Light" panose="020B0400020000000000" pitchFamily="34" charset="0"/>
              </a:defRPr>
            </a:lvl1pPr>
            <a:lvl2pPr>
              <a:defRPr>
                <a:latin typeface="Electrolux Sans Light" panose="020B0400020000000000" pitchFamily="34" charset="0"/>
              </a:defRPr>
            </a:lvl2pPr>
            <a:lvl3pPr>
              <a:defRPr>
                <a:latin typeface="Electrolux Sans Light" panose="020B0400020000000000" pitchFamily="34" charset="0"/>
              </a:defRPr>
            </a:lvl3pPr>
            <a:lvl4pPr>
              <a:defRPr>
                <a:latin typeface="Electrolux Sans Light" panose="020B0400020000000000" pitchFamily="34" charset="0"/>
              </a:defRPr>
            </a:lvl4pPr>
            <a:lvl5pPr>
              <a:defRPr>
                <a:latin typeface="Electrolux Sans Light" panose="020B0400020000000000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574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4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67E5CC-B6BF-ABAB-E109-8EE2374E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174795-DA7D-C235-92A7-61B674711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FF1077-C10B-8A81-B315-8B185AD48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44F4F-2F87-DFCA-E79D-82D66D0BD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908E5D-3F53-F31C-C7D5-FCD53A334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9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50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FB550B-E25D-94CE-F89B-CDB42A46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B845B6-FCF4-0613-83AD-C90036BBB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EC5A34-D282-9B96-AAF6-2D30D3C73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B38A-05DB-4246-B574-34DB1DEA3568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698205-6364-1959-8C35-769BD0727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41508-1EAB-671F-CA6B-A005AD059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81D8FFE7-D703-0ABF-D623-7107C56E82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2952" y="5700717"/>
            <a:ext cx="856902" cy="867619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9FC7E6AE-9DB6-F2E5-77CB-21E52B4363C5}"/>
              </a:ext>
            </a:extLst>
          </p:cNvPr>
          <p:cNvGrpSpPr/>
          <p:nvPr/>
        </p:nvGrpSpPr>
        <p:grpSpPr>
          <a:xfrm>
            <a:off x="-1" y="-12700"/>
            <a:ext cx="1160438" cy="6870698"/>
            <a:chOff x="-1" y="-12700"/>
            <a:chExt cx="1160438" cy="687069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2933529B-9807-A7C7-2CF6-39E2D36220D6}"/>
                </a:ext>
              </a:extLst>
            </p:cNvPr>
            <p:cNvSpPr/>
            <p:nvPr/>
          </p:nvSpPr>
          <p:spPr>
            <a:xfrm>
              <a:off x="0" y="3086099"/>
              <a:ext cx="468227" cy="3771899"/>
            </a:xfrm>
            <a:prstGeom prst="rect">
              <a:avLst/>
            </a:prstGeom>
            <a:gradFill>
              <a:gsLst>
                <a:gs pos="0">
                  <a:srgbClr val="F0F0F0"/>
                </a:gs>
                <a:gs pos="100000">
                  <a:srgbClr val="E1E1E1"/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9" name="Image 4">
              <a:extLst>
                <a:ext uri="{FF2B5EF4-FFF2-40B4-BE49-F238E27FC236}">
                  <a16:creationId xmlns:a16="http://schemas.microsoft.com/office/drawing/2014/main" id="{CF1A9276-53E0-488B-9092-B11F25492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59235" t="28996" r="-5658"/>
            <a:stretch>
              <a:fillRect/>
            </a:stretch>
          </p:blipFill>
          <p:spPr>
            <a:xfrm>
              <a:off x="768" y="624562"/>
              <a:ext cx="1159669" cy="577909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1" name="Image 6" descr="Une image contenant texte, logo, Graphique, clipart&#10;&#10;Description générée automatiquement">
              <a:extLst>
                <a:ext uri="{FF2B5EF4-FFF2-40B4-BE49-F238E27FC236}">
                  <a16:creationId xmlns:a16="http://schemas.microsoft.com/office/drawing/2014/main" id="{FB9CCEC0-FC75-20BD-EC9C-7BC49EC72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720" y="1802904"/>
              <a:ext cx="856902" cy="884682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1D9924B5-0952-7EC7-F9D2-7691B34617F9}"/>
                </a:ext>
              </a:extLst>
            </p:cNvPr>
            <p:cNvSpPr/>
            <p:nvPr/>
          </p:nvSpPr>
          <p:spPr>
            <a:xfrm>
              <a:off x="-1" y="-12700"/>
              <a:ext cx="890724" cy="1739841"/>
            </a:xfrm>
            <a:custGeom>
              <a:avLst/>
              <a:gdLst>
                <a:gd name="connsiteX0" fmla="*/ 0 w 890724"/>
                <a:gd name="connsiteY0" fmla="*/ 0 h 1739841"/>
                <a:gd name="connsiteX1" fmla="*/ 68150 w 890724"/>
                <a:gd name="connsiteY1" fmla="*/ 0 h 1739841"/>
                <a:gd name="connsiteX2" fmla="*/ 890724 w 890724"/>
                <a:gd name="connsiteY2" fmla="*/ 1337584 h 1739841"/>
                <a:gd name="connsiteX3" fmla="*/ 644558 w 890724"/>
                <a:gd name="connsiteY3" fmla="*/ 1739841 h 1739841"/>
                <a:gd name="connsiteX4" fmla="*/ 0 w 890724"/>
                <a:gd name="connsiteY4" fmla="*/ 684803 h 1739841"/>
                <a:gd name="connsiteX5" fmla="*/ 0 w 890724"/>
                <a:gd name="connsiteY5" fmla="*/ 0 h 17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0724" h="1739841">
                  <a:moveTo>
                    <a:pt x="0" y="0"/>
                  </a:moveTo>
                  <a:lnTo>
                    <a:pt x="68150" y="0"/>
                  </a:lnTo>
                  <a:lnTo>
                    <a:pt x="890724" y="1337584"/>
                  </a:lnTo>
                  <a:lnTo>
                    <a:pt x="644558" y="1739841"/>
                  </a:lnTo>
                  <a:lnTo>
                    <a:pt x="0" y="68480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9AB00"/>
                </a:gs>
                <a:gs pos="100000">
                  <a:srgbClr val="C10F1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2781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FF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633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efnac.sharepoint.com/:f:/r/sites/SAVVY_FNACDARTY/Documents%20partages/KitchenAid?d=w384c8b0a3fdd403a850884648ec88027&amp;csf=1&amp;web=1&amp;e=scu4Vr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avvy@fnacdarty.com" TargetMode="External"/><Relationship Id="rId2" Type="http://schemas.openxmlformats.org/officeDocument/2006/relationships/hyperlink" Target="https://github.com/savvyfnacdarty/HUB_drive_constructeurs" TargetMode="Externa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CFA7B80B-DA3A-9605-D3B8-AF3699525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261824"/>
              </p:ext>
            </p:extLst>
          </p:nvPr>
        </p:nvGraphicFramePr>
        <p:xfrm>
          <a:off x="9661799" y="682745"/>
          <a:ext cx="12573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2" imgW="1257359" imgH="518325" progId="Package">
                  <p:embed/>
                </p:oleObj>
              </mc:Choice>
              <mc:Fallback>
                <p:oleObj name="Objet d’environnement du Gestionnaire de liaisons" showAsIcon="1" r:id="rId2" imgW="1257359" imgH="518325" progId="Packag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CFA7B80B-DA3A-9605-D3B8-AF369952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61799" y="682745"/>
                        <a:ext cx="12573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F35A0E3D-D33C-673F-6025-A89D95D0D698}"/>
              </a:ext>
            </a:extLst>
          </p:cNvPr>
          <p:cNvSpPr txBox="1"/>
          <p:nvPr/>
        </p:nvSpPr>
        <p:spPr>
          <a:xfrm>
            <a:off x="8973422" y="330010"/>
            <a:ext cx="2634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Ouvrir l’outil dans Edge ou Chromes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2F3FB6E-B1A5-7E7E-AA28-1BA9ED29C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650" y="1292983"/>
            <a:ext cx="9532449" cy="51236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0508C3-BD31-8353-289A-FD45068E2EF5}"/>
              </a:ext>
            </a:extLst>
          </p:cNvPr>
          <p:cNvSpPr/>
          <p:nvPr/>
        </p:nvSpPr>
        <p:spPr>
          <a:xfrm>
            <a:off x="1450665" y="2158809"/>
            <a:ext cx="4645335" cy="6187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1C9B218-49C8-08A4-86C8-73EE63E2FACC}"/>
              </a:ext>
            </a:extLst>
          </p:cNvPr>
          <p:cNvCxnSpPr/>
          <p:nvPr/>
        </p:nvCxnSpPr>
        <p:spPr>
          <a:xfrm flipH="1" flipV="1">
            <a:off x="1952553" y="1003777"/>
            <a:ext cx="1725673" cy="115503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4A4ABE37-0A56-022B-603D-DA74BCA4B101}"/>
              </a:ext>
            </a:extLst>
          </p:cNvPr>
          <p:cNvSpPr txBox="1"/>
          <p:nvPr/>
        </p:nvSpPr>
        <p:spPr>
          <a:xfrm>
            <a:off x="832637" y="751496"/>
            <a:ext cx="27029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0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 fichier .zip du drive </a:t>
            </a:r>
            <a:r>
              <a:rPr lang="fr-FR" sz="105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endParaRPr lang="fr-FR" sz="105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FD39C5D-1FD2-D55C-AE31-9D3A7B1F8C6D}"/>
              </a:ext>
            </a:extLst>
          </p:cNvPr>
          <p:cNvSpPr txBox="1"/>
          <p:nvPr/>
        </p:nvSpPr>
        <p:spPr>
          <a:xfrm>
            <a:off x="4312461" y="767506"/>
            <a:ext cx="4273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>
              <a:defRPr sz="105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 err="1"/>
              <a:t>Adresse</a:t>
            </a:r>
            <a:r>
              <a:rPr lang="en-US" dirty="0"/>
              <a:t> du </a:t>
            </a:r>
            <a:r>
              <a:rPr lang="en-US" dirty="0" err="1"/>
              <a:t>raccourci</a:t>
            </a:r>
            <a:r>
              <a:rPr lang="en-US" dirty="0"/>
              <a:t> du dossier </a:t>
            </a:r>
            <a:r>
              <a:rPr lang="en-US" dirty="0" err="1"/>
              <a:t>sharepoint</a:t>
            </a:r>
            <a:r>
              <a:rPr lang="en-US" dirty="0"/>
              <a:t> SAVVY sur le PC</a:t>
            </a:r>
          </a:p>
          <a:p>
            <a:pPr algn="ctr"/>
            <a:r>
              <a:rPr lang="en-US" dirty="0"/>
              <a:t>C:\Users\jerom\OneDrive - FNAC\Savvy </a:t>
            </a:r>
            <a:r>
              <a:rPr lang="en-US" dirty="0" err="1"/>
              <a:t>Fnac</a:t>
            </a:r>
            <a:r>
              <a:rPr lang="en-US" dirty="0"/>
              <a:t>-Darty - KitchenAid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FAD82E-210A-28B0-14EF-65802FD4130A}"/>
              </a:ext>
            </a:extLst>
          </p:cNvPr>
          <p:cNvSpPr/>
          <p:nvPr/>
        </p:nvSpPr>
        <p:spPr>
          <a:xfrm>
            <a:off x="6096000" y="2158809"/>
            <a:ext cx="4645335" cy="6187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2432BCA-97E9-EC43-CBE2-478A148F9115}"/>
              </a:ext>
            </a:extLst>
          </p:cNvPr>
          <p:cNvCxnSpPr/>
          <p:nvPr/>
        </p:nvCxnSpPr>
        <p:spPr>
          <a:xfrm flipH="1" flipV="1">
            <a:off x="6597888" y="1003777"/>
            <a:ext cx="1725673" cy="115503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416E6E2-56E8-3A76-538F-0581681010A8}"/>
              </a:ext>
            </a:extLst>
          </p:cNvPr>
          <p:cNvSpPr txBox="1"/>
          <p:nvPr/>
        </p:nvSpPr>
        <p:spPr>
          <a:xfrm>
            <a:off x="735645" y="6627681"/>
            <a:ext cx="64796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Faire la synchronisation des modifications et ajout, attendre chargement vers drive pour étape suivante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FC6C5AD-A9A1-0A84-3D30-8E33267EA50C}"/>
              </a:ext>
            </a:extLst>
          </p:cNvPr>
          <p:cNvCxnSpPr/>
          <p:nvPr/>
        </p:nvCxnSpPr>
        <p:spPr>
          <a:xfrm flipH="1">
            <a:off x="1540042" y="6008914"/>
            <a:ext cx="364385" cy="5637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68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7DF64FE-FBCF-BC4A-A857-A0C1E23E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628" y="1557745"/>
            <a:ext cx="9376744" cy="504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0ACC622-C5BE-2A21-321C-5F7D3EC1B7CD}"/>
              </a:ext>
            </a:extLst>
          </p:cNvPr>
          <p:cNvSpPr txBox="1"/>
          <p:nvPr/>
        </p:nvSpPr>
        <p:spPr>
          <a:xfrm>
            <a:off x="1277028" y="260255"/>
            <a:ext cx="10004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Télécharger l’ensemble du Drive 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 https://drive.google.com/drive/folders/1Kz54e-S5qgofsTkG8bIG8hWjz30aaPMe  »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 coller dans le SharePoint l’ensemble des dossiers du Drive 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 </a:t>
            </a:r>
            <a:r>
              <a:rPr lang="fr-FR" sz="1200" dirty="0" err="1">
                <a:hlinkClick r:id="rId3"/>
              </a:rPr>
              <a:t>KitchenAid</a:t>
            </a:r>
            <a:r>
              <a:rPr lang="fr-FR" sz="1200" dirty="0"/>
              <a:t> »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 télécharger l’export Excel du SharePoint et la nommer « </a:t>
            </a:r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 Playbook - Export.xlsx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 </a:t>
            </a:r>
            <a:endParaRPr lang="en-US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B0723-3076-57B0-7C20-69595CDF1EF6}"/>
              </a:ext>
            </a:extLst>
          </p:cNvPr>
          <p:cNvSpPr/>
          <p:nvPr/>
        </p:nvSpPr>
        <p:spPr>
          <a:xfrm>
            <a:off x="9572625" y="2819400"/>
            <a:ext cx="1714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915B3A-614B-E6BC-08B7-58FD378DB11D}"/>
              </a:ext>
            </a:extLst>
          </p:cNvPr>
          <p:cNvSpPr/>
          <p:nvPr/>
        </p:nvSpPr>
        <p:spPr>
          <a:xfrm>
            <a:off x="8963025" y="3025389"/>
            <a:ext cx="781050" cy="152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828DF8-E14C-3BF5-0382-81CB59664DB2}"/>
              </a:ext>
            </a:extLst>
          </p:cNvPr>
          <p:cNvSpPr/>
          <p:nvPr/>
        </p:nvSpPr>
        <p:spPr>
          <a:xfrm>
            <a:off x="7810500" y="4439444"/>
            <a:ext cx="4029075" cy="119062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Ouvrir le fichier « </a:t>
            </a:r>
            <a:r>
              <a:rPr lang="fr-FR" dirty="0" err="1">
                <a:solidFill>
                  <a:srgbClr val="FF0000"/>
                </a:solidFill>
              </a:rPr>
              <a:t>query</a:t>
            </a:r>
            <a:r>
              <a:rPr lang="fr-FR" dirty="0">
                <a:solidFill>
                  <a:srgbClr val="FF0000"/>
                </a:solidFill>
              </a:rPr>
              <a:t> .</a:t>
            </a:r>
            <a:r>
              <a:rPr lang="fr-FR" dirty="0" err="1">
                <a:solidFill>
                  <a:srgbClr val="FF0000"/>
                </a:solidFill>
              </a:rPr>
              <a:t>iqy</a:t>
            </a:r>
            <a:r>
              <a:rPr lang="fr-FR" dirty="0">
                <a:solidFill>
                  <a:srgbClr val="FF0000"/>
                </a:solidFill>
              </a:rPr>
              <a:t> », cliquer sur « Activer » puis « enregistrer sous » au format *.xlsx </a:t>
            </a:r>
          </a:p>
        </p:txBody>
      </p:sp>
    </p:spTree>
    <p:extLst>
      <p:ext uri="{BB962C8B-B14F-4D97-AF65-F5344CB8AC3E}">
        <p14:creationId xmlns:p14="http://schemas.microsoft.com/office/powerpoint/2010/main" val="168012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85ED-B5DC-6035-54AA-FA2C1BCD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ED8399E-AF1D-2216-49C3-FEEA39668ED5}"/>
              </a:ext>
            </a:extLst>
          </p:cNvPr>
          <p:cNvSpPr txBox="1"/>
          <p:nvPr/>
        </p:nvSpPr>
        <p:spPr>
          <a:xfrm>
            <a:off x="1277028" y="469805"/>
            <a:ext cx="10004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aller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dans GitHub “</a:t>
            </a:r>
            <a:r>
              <a:rPr lang="fr-FR" sz="1200" dirty="0" err="1">
                <a:hlinkClick r:id="rId2"/>
              </a:rPr>
              <a:t>savvyfnacdarty</a:t>
            </a:r>
            <a:r>
              <a:rPr lang="fr-FR" sz="1200" dirty="0">
                <a:hlinkClick r:id="rId2"/>
              </a:rPr>
              <a:t>/</a:t>
            </a:r>
            <a:r>
              <a:rPr lang="fr-FR" sz="1200" dirty="0" err="1">
                <a:hlinkClick r:id="rId2"/>
              </a:rPr>
              <a:t>HUB_drive_constructeurs</a:t>
            </a:r>
            <a:r>
              <a:rPr lang="fr-FR" sz="1200" dirty="0"/>
              <a:t> » 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uploader la mise jour Excel dans le dossier « 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et valider par « Commit changes »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savvy@fnacdarty.com</a:t>
            </a:r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FNACDarty@2026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40389B6-B3B8-9ADD-39F0-8A271AEA6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264" y="1605730"/>
            <a:ext cx="9376744" cy="504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7A9661-23FD-EAB8-A449-98EC5C412966}"/>
              </a:ext>
            </a:extLst>
          </p:cNvPr>
          <p:cNvSpPr/>
          <p:nvPr/>
        </p:nvSpPr>
        <p:spPr>
          <a:xfrm>
            <a:off x="2121027" y="4125729"/>
            <a:ext cx="1527048" cy="512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333492-778D-4B35-D349-318A5A18E676}"/>
              </a:ext>
            </a:extLst>
          </p:cNvPr>
          <p:cNvSpPr/>
          <p:nvPr/>
        </p:nvSpPr>
        <p:spPr>
          <a:xfrm>
            <a:off x="10205339" y="3130550"/>
            <a:ext cx="609600" cy="127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85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F07896-8333-1551-1804-655086541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628" y="909000"/>
            <a:ext cx="9376744" cy="504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EC5BBC-89D5-DF2C-2F92-9B467AF52C21}"/>
              </a:ext>
            </a:extLst>
          </p:cNvPr>
          <p:cNvSpPr/>
          <p:nvPr/>
        </p:nvSpPr>
        <p:spPr>
          <a:xfrm>
            <a:off x="2839453" y="2770701"/>
            <a:ext cx="5596403" cy="254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B98BD69-FEB8-4788-1148-8F9E317FAA5B}"/>
              </a:ext>
            </a:extLst>
          </p:cNvPr>
          <p:cNvSpPr/>
          <p:nvPr/>
        </p:nvSpPr>
        <p:spPr>
          <a:xfrm>
            <a:off x="7334250" y="6353175"/>
            <a:ext cx="628650" cy="24765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4085C02F-C13B-2074-A695-24B273DFC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98822"/>
              </p:ext>
            </p:extLst>
          </p:nvPr>
        </p:nvGraphicFramePr>
        <p:xfrm>
          <a:off x="8283575" y="6217443"/>
          <a:ext cx="26447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3" imgW="2644303" imgH="518325" progId="Package">
                  <p:embed/>
                </p:oleObj>
              </mc:Choice>
              <mc:Fallback>
                <p:oleObj name="Objet d’environnement du Gestionnaire de liaisons" showAsIcon="1" r:id="rId3" imgW="2644303" imgH="518325" progId="Package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4085C02F-C13B-2074-A695-24B273DFCC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83575" y="6217443"/>
                        <a:ext cx="26447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8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7E88D8E-27C9-DC17-E8FD-B4ACC4DE5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6B0CDA-38EA-D55C-85A5-043111BF0530}"/>
              </a:ext>
            </a:extLst>
          </p:cNvPr>
          <p:cNvSpPr/>
          <p:nvPr/>
        </p:nvSpPr>
        <p:spPr>
          <a:xfrm>
            <a:off x="3925732" y="1354412"/>
            <a:ext cx="721895" cy="220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B8AFB-DE76-C340-3A7C-E076D79B803E}"/>
              </a:ext>
            </a:extLst>
          </p:cNvPr>
          <p:cNvSpPr/>
          <p:nvPr/>
        </p:nvSpPr>
        <p:spPr>
          <a:xfrm>
            <a:off x="2564445" y="1354412"/>
            <a:ext cx="721895" cy="220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5B23CB-A502-A4E3-9CC8-FE2B423E9DB0}"/>
              </a:ext>
            </a:extLst>
          </p:cNvPr>
          <p:cNvSpPr/>
          <p:nvPr/>
        </p:nvSpPr>
        <p:spPr>
          <a:xfrm>
            <a:off x="8286750" y="2028825"/>
            <a:ext cx="2828925" cy="140017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Permet de savoir s’il a eu des nouveautés et activer des alertes mail mensuel </a:t>
            </a:r>
          </a:p>
        </p:txBody>
      </p:sp>
    </p:spTree>
    <p:extLst>
      <p:ext uri="{BB962C8B-B14F-4D97-AF65-F5344CB8AC3E}">
        <p14:creationId xmlns:p14="http://schemas.microsoft.com/office/powerpoint/2010/main" val="158672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83063A9-3766-2C5B-85CA-4DE0A41052B2}"/>
              </a:ext>
            </a:extLst>
          </p:cNvPr>
          <p:cNvSpPr txBox="1"/>
          <p:nvPr/>
        </p:nvSpPr>
        <p:spPr>
          <a:xfrm>
            <a:off x="1390649" y="851624"/>
            <a:ext cx="10334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Option A — par dossier (recommandé)</a:t>
            </a:r>
            <a:r>
              <a:rPr lang="fr-FR" dirty="0"/>
              <a:t> : sur chaque dossier constructeur → </a:t>
            </a:r>
            <a:r>
              <a:rPr lang="fr-FR" b="1" dirty="0"/>
              <a:t>Gérer l'accès</a:t>
            </a:r>
            <a:r>
              <a:rPr lang="fr-FR" dirty="0"/>
              <a:t> → </a:t>
            </a:r>
            <a:r>
              <a:rPr lang="fr-FR" b="1" dirty="0"/>
              <a:t>Accorder l'accès</a:t>
            </a:r>
            <a:r>
              <a:rPr lang="fr-FR" dirty="0"/>
              <a:t> (icône +) → saisir </a:t>
            </a:r>
            <a:r>
              <a:rPr lang="fr-FR" b="1" dirty="0"/>
              <a:t>« Tout le monde sauf les utilisateurs externes »</a:t>
            </a:r>
            <a:r>
              <a:rPr lang="fr-FR" dirty="0"/>
              <a:t> → droit </a:t>
            </a:r>
            <a:r>
              <a:rPr lang="fr-FR" b="1" dirty="0"/>
              <a:t>Consultation</a:t>
            </a:r>
            <a:r>
              <a:rPr lang="fr-FR" dirty="0"/>
              <a:t> → décocher l'envoi d'e-mail → valider. Seuls les dossiers choisis deviennent lisibles par tous les internes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611880-1D1A-B1B5-9F5F-EA538276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55" y="2093613"/>
            <a:ext cx="4268796" cy="4107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9B8F5A-8A54-0106-1D53-EAC86AF885FD}"/>
              </a:ext>
            </a:extLst>
          </p:cNvPr>
          <p:cNvSpPr/>
          <p:nvPr/>
        </p:nvSpPr>
        <p:spPr>
          <a:xfrm>
            <a:off x="4533900" y="5962650"/>
            <a:ext cx="161925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F2EAEA-864D-A892-0C50-36B2A4087F46}"/>
              </a:ext>
            </a:extLst>
          </p:cNvPr>
          <p:cNvSpPr/>
          <p:nvPr/>
        </p:nvSpPr>
        <p:spPr>
          <a:xfrm>
            <a:off x="4695825" y="3429000"/>
            <a:ext cx="1152526" cy="219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D00696-F9A7-228F-166C-CB025FA4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14" y="2080063"/>
            <a:ext cx="3614146" cy="20671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D5DB09-3A0F-0990-52B9-FD607CC2DBB2}"/>
              </a:ext>
            </a:extLst>
          </p:cNvPr>
          <p:cNvSpPr/>
          <p:nvPr/>
        </p:nvSpPr>
        <p:spPr>
          <a:xfrm>
            <a:off x="6457950" y="3429000"/>
            <a:ext cx="1638300" cy="219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F40FEA1-8B69-AA9F-81D5-5DCC4B20B03B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734175" y="3648075"/>
            <a:ext cx="542925" cy="77112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0B2431F-A4BA-ED16-BB0C-A146C8B25E8C}"/>
              </a:ext>
            </a:extLst>
          </p:cNvPr>
          <p:cNvSpPr txBox="1"/>
          <p:nvPr/>
        </p:nvSpPr>
        <p:spPr>
          <a:xfrm>
            <a:off x="7277100" y="4288393"/>
            <a:ext cx="43620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Décocher impérativement </a:t>
            </a:r>
            <a:r>
              <a:rPr lang="fr-F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(sinon tout le monde reçois un mail)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4109C9F-D35C-49D0-E67E-CCB7354FE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70" y="4832703"/>
            <a:ext cx="2900731" cy="182793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7DC099-09E1-0901-E714-A7F69B26F939}"/>
              </a:ext>
            </a:extLst>
          </p:cNvPr>
          <p:cNvSpPr/>
          <p:nvPr/>
        </p:nvSpPr>
        <p:spPr>
          <a:xfrm>
            <a:off x="8724900" y="5962650"/>
            <a:ext cx="1771650" cy="352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56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3238"/>
      </p:ext>
    </p:extLst>
  </p:cSld>
  <p:clrMapOvr>
    <a:masterClrMapping/>
  </p:clrMapOvr>
</p:sld>
</file>

<file path=ppt/theme/theme1.xml><?xml version="1.0" encoding="utf-8"?>
<a:theme xmlns:a="http://schemas.openxmlformats.org/drawingml/2006/main" name="20260126 Myacadem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7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26_Aca_Thè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headEnd type="none" w="med" len="med"/>
          <a:tailEnd type="arrow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b="1" dirty="0" err="1" smtClean="0">
            <a:solidFill>
              <a:srgbClr val="0000FF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6_Aca_Thème1" id="{69058CA9-4472-4F06-B300-E76850A0E1DD}" vid="{353CF980-9FC0-4491-A030-0C59C8756D5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20260126 Myacademy</Template>
  <TotalTime>0</TotalTime>
  <Words>244</Words>
  <Application>Microsoft Office PowerPoint</Application>
  <PresentationFormat>Grand écran</PresentationFormat>
  <Paragraphs>18</Paragraphs>
  <Slides>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Century Gothic</vt:lpstr>
      <vt:lpstr>Electrolux Sans Light</vt:lpstr>
      <vt:lpstr>Times New Roman</vt:lpstr>
      <vt:lpstr>20260126 Myacademy</vt:lpstr>
      <vt:lpstr>17_Thème Office</vt:lpstr>
      <vt:lpstr>2026_Aca_Thème1</vt:lpstr>
      <vt:lpstr>Package</vt:lpstr>
      <vt:lpstr>Objet d’environnement du Gestionnaire de liaisons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LECONTE Jerome</dc:creator>
  <cp:lastModifiedBy>LECONTE Jerome</cp:lastModifiedBy>
  <cp:revision>1</cp:revision>
  <dcterms:created xsi:type="dcterms:W3CDTF">2026-08-05T06:25:22Z</dcterms:created>
  <dcterms:modified xsi:type="dcterms:W3CDTF">2026-10-01T09:53:11Z</dcterms:modified>
</cp:coreProperties>
</file>