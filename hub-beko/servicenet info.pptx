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B5AD1A-FEBB-471F-87C2-9F9A29F510A7}" v="3" dt="2026-10-02T08:43:57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2626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CONTE Jerome" userId="d69af9a9-2c00-4d51-90fa-948ed535b3d2" providerId="ADAL" clId="{095B365A-98E1-4944-95BD-97DF22D127EB}"/>
    <pc:docChg chg="modSld">
      <pc:chgData name="LECONTE Jerome" userId="d69af9a9-2c00-4d51-90fa-948ed535b3d2" providerId="ADAL" clId="{095B365A-98E1-4944-95BD-97DF22D127EB}" dt="2026-10-02T08:43:57.967" v="2" actId="164"/>
      <pc:docMkLst>
        <pc:docMk/>
      </pc:docMkLst>
      <pc:sldChg chg="addSp modSp">
        <pc:chgData name="LECONTE Jerome" userId="d69af9a9-2c00-4d51-90fa-948ed535b3d2" providerId="ADAL" clId="{095B365A-98E1-4944-95BD-97DF22D127EB}" dt="2026-10-02T08:43:57.967" v="2" actId="164"/>
        <pc:sldMkLst>
          <pc:docMk/>
          <pc:sldMk cId="513155144" sldId="256"/>
        </pc:sldMkLst>
        <pc:grpChg chg="add mod">
          <ac:chgData name="LECONTE Jerome" userId="d69af9a9-2c00-4d51-90fa-948ed535b3d2" providerId="ADAL" clId="{095B365A-98E1-4944-95BD-97DF22D127EB}" dt="2026-10-02T08:43:40.315" v="0" actId="164"/>
          <ac:grpSpMkLst>
            <pc:docMk/>
            <pc:sldMk cId="513155144" sldId="256"/>
            <ac:grpSpMk id="60" creationId="{0D8A19AC-BC4B-1F01-48DF-6FF034EBD4C4}"/>
          </ac:grpSpMkLst>
        </pc:grpChg>
        <pc:grpChg chg="add mod">
          <ac:chgData name="LECONTE Jerome" userId="d69af9a9-2c00-4d51-90fa-948ed535b3d2" providerId="ADAL" clId="{095B365A-98E1-4944-95BD-97DF22D127EB}" dt="2026-10-02T08:43:48.455" v="1" actId="164"/>
          <ac:grpSpMkLst>
            <pc:docMk/>
            <pc:sldMk cId="513155144" sldId="256"/>
            <ac:grpSpMk id="61" creationId="{5D0D46B0-0FCD-A1AC-236E-4770D29AD2DA}"/>
          </ac:grpSpMkLst>
        </pc:grpChg>
        <pc:grpChg chg="add mod">
          <ac:chgData name="LECONTE Jerome" userId="d69af9a9-2c00-4d51-90fa-948ed535b3d2" providerId="ADAL" clId="{095B365A-98E1-4944-95BD-97DF22D127EB}" dt="2026-10-02T08:43:57.967" v="2" actId="164"/>
          <ac:grpSpMkLst>
            <pc:docMk/>
            <pc:sldMk cId="513155144" sldId="256"/>
            <ac:grpSpMk id="62" creationId="{643AA319-EF18-299E-C9B3-5BC38FB0912B}"/>
          </ac:grpSpMkLst>
        </pc:grpChg>
        <pc:picChg chg="mod">
          <ac:chgData name="LECONTE Jerome" userId="d69af9a9-2c00-4d51-90fa-948ed535b3d2" providerId="ADAL" clId="{095B365A-98E1-4944-95BD-97DF22D127EB}" dt="2026-10-02T08:43:40.315" v="0" actId="164"/>
          <ac:picMkLst>
            <pc:docMk/>
            <pc:sldMk cId="513155144" sldId="256"/>
            <ac:picMk id="30" creationId="{744AEFB9-BFD1-8BB8-C271-813B1F6DC5D7}"/>
          </ac:picMkLst>
        </pc:picChg>
        <pc:picChg chg="mod">
          <ac:chgData name="LECONTE Jerome" userId="d69af9a9-2c00-4d51-90fa-948ed535b3d2" providerId="ADAL" clId="{095B365A-98E1-4944-95BD-97DF22D127EB}" dt="2026-10-02T08:43:57.967" v="2" actId="164"/>
          <ac:picMkLst>
            <pc:docMk/>
            <pc:sldMk cId="513155144" sldId="256"/>
            <ac:picMk id="32" creationId="{B94A48F9-933B-DF52-F93B-210C015CCB5E}"/>
          </ac:picMkLst>
        </pc:picChg>
        <pc:picChg chg="mod">
          <ac:chgData name="LECONTE Jerome" userId="d69af9a9-2c00-4d51-90fa-948ed535b3d2" providerId="ADAL" clId="{095B365A-98E1-4944-95BD-97DF22D127EB}" dt="2026-10-02T08:43:48.455" v="1" actId="164"/>
          <ac:picMkLst>
            <pc:docMk/>
            <pc:sldMk cId="513155144" sldId="256"/>
            <ac:picMk id="34" creationId="{FDF89B2F-A512-FF4A-F57C-78DF2CC7D9A6}"/>
          </ac:picMkLst>
        </pc:picChg>
        <pc:picChg chg="mod">
          <ac:chgData name="LECONTE Jerome" userId="d69af9a9-2c00-4d51-90fa-948ed535b3d2" providerId="ADAL" clId="{095B365A-98E1-4944-95BD-97DF22D127EB}" dt="2026-10-02T08:43:57.967" v="2" actId="164"/>
          <ac:picMkLst>
            <pc:docMk/>
            <pc:sldMk cId="513155144" sldId="256"/>
            <ac:picMk id="37" creationId="{70225799-2F2B-430B-9872-756E1E1D62D1}"/>
          </ac:picMkLst>
        </pc:picChg>
        <pc:picChg chg="mod">
          <ac:chgData name="LECONTE Jerome" userId="d69af9a9-2c00-4d51-90fa-948ed535b3d2" providerId="ADAL" clId="{095B365A-98E1-4944-95BD-97DF22D127EB}" dt="2026-10-02T08:43:40.315" v="0" actId="164"/>
          <ac:picMkLst>
            <pc:docMk/>
            <pc:sldMk cId="513155144" sldId="256"/>
            <ac:picMk id="39" creationId="{1A1C5E82-2D21-7F06-049E-8F8A9EB17C71}"/>
          </ac:picMkLst>
        </pc:picChg>
        <pc:picChg chg="mod">
          <ac:chgData name="LECONTE Jerome" userId="d69af9a9-2c00-4d51-90fa-948ed535b3d2" providerId="ADAL" clId="{095B365A-98E1-4944-95BD-97DF22D127EB}" dt="2026-10-02T08:43:48.455" v="1" actId="164"/>
          <ac:picMkLst>
            <pc:docMk/>
            <pc:sldMk cId="513155144" sldId="256"/>
            <ac:picMk id="41" creationId="{38484539-C9BA-9B57-1BA3-F71D4C9428A3}"/>
          </ac:picMkLst>
        </pc:picChg>
        <pc:picChg chg="mod">
          <ac:chgData name="LECONTE Jerome" userId="d69af9a9-2c00-4d51-90fa-948ed535b3d2" providerId="ADAL" clId="{095B365A-98E1-4944-95BD-97DF22D127EB}" dt="2026-10-02T08:43:57.967" v="2" actId="164"/>
          <ac:picMkLst>
            <pc:docMk/>
            <pc:sldMk cId="513155144" sldId="256"/>
            <ac:picMk id="43" creationId="{C12C2A7F-AD8F-CDC8-0DBB-94212154402C}"/>
          </ac:picMkLst>
        </pc:picChg>
        <pc:picChg chg="mod">
          <ac:chgData name="LECONTE Jerome" userId="d69af9a9-2c00-4d51-90fa-948ed535b3d2" providerId="ADAL" clId="{095B365A-98E1-4944-95BD-97DF22D127EB}" dt="2026-10-02T08:43:48.455" v="1" actId="164"/>
          <ac:picMkLst>
            <pc:docMk/>
            <pc:sldMk cId="513155144" sldId="256"/>
            <ac:picMk id="45" creationId="{8D9C9F0A-5133-D2C8-D609-4ABC5048633B}"/>
          </ac:picMkLst>
        </pc:picChg>
        <pc:picChg chg="mod">
          <ac:chgData name="LECONTE Jerome" userId="d69af9a9-2c00-4d51-90fa-948ed535b3d2" providerId="ADAL" clId="{095B365A-98E1-4944-95BD-97DF22D127EB}" dt="2026-10-02T08:43:40.315" v="0" actId="164"/>
          <ac:picMkLst>
            <pc:docMk/>
            <pc:sldMk cId="513155144" sldId="256"/>
            <ac:picMk id="47" creationId="{ED8B6757-1387-7498-7092-5BD7BD06F6AB}"/>
          </ac:picMkLst>
        </pc:picChg>
        <pc:picChg chg="mod">
          <ac:chgData name="LECONTE Jerome" userId="d69af9a9-2c00-4d51-90fa-948ed535b3d2" providerId="ADAL" clId="{095B365A-98E1-4944-95BD-97DF22D127EB}" dt="2026-10-02T08:43:57.967" v="2" actId="164"/>
          <ac:picMkLst>
            <pc:docMk/>
            <pc:sldMk cId="513155144" sldId="256"/>
            <ac:picMk id="49" creationId="{2C287296-7F26-0196-BDE0-4A12B1DF3A5E}"/>
          </ac:picMkLst>
        </pc:picChg>
        <pc:picChg chg="mod">
          <ac:chgData name="LECONTE Jerome" userId="d69af9a9-2c00-4d51-90fa-948ed535b3d2" providerId="ADAL" clId="{095B365A-98E1-4944-95BD-97DF22D127EB}" dt="2026-10-02T08:43:40.315" v="0" actId="164"/>
          <ac:picMkLst>
            <pc:docMk/>
            <pc:sldMk cId="513155144" sldId="256"/>
            <ac:picMk id="51" creationId="{1F879EDC-3839-A242-F1C4-E3FD309C80A4}"/>
          </ac:picMkLst>
        </pc:picChg>
        <pc:picChg chg="mod">
          <ac:chgData name="LECONTE Jerome" userId="d69af9a9-2c00-4d51-90fa-948ed535b3d2" providerId="ADAL" clId="{095B365A-98E1-4944-95BD-97DF22D127EB}" dt="2026-10-02T08:43:48.455" v="1" actId="164"/>
          <ac:picMkLst>
            <pc:docMk/>
            <pc:sldMk cId="513155144" sldId="256"/>
            <ac:picMk id="59" creationId="{9B063748-F939-1B09-DB2A-470132F0A72B}"/>
          </ac:picMkLst>
        </pc:picChg>
        <pc:cxnChg chg="mod">
          <ac:chgData name="LECONTE Jerome" userId="d69af9a9-2c00-4d51-90fa-948ed535b3d2" providerId="ADAL" clId="{095B365A-98E1-4944-95BD-97DF22D127EB}" dt="2026-10-02T08:43:40.315" v="0" actId="164"/>
          <ac:cxnSpMkLst>
            <pc:docMk/>
            <pc:sldMk cId="513155144" sldId="256"/>
            <ac:cxnSpMk id="55" creationId="{F5052C6B-59E2-AABE-04A1-892E8405FF9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F74605-D2D7-115D-ACA8-4D5283337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D5EE6A0-6788-3632-F89C-B283DC3B2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B6D4E9-78FE-3B99-3510-31555032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DC529-1789-479D-A25E-B3AA39851224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DEEDAE-DD10-2885-E4B7-231E56417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E7AB72-A1BB-54E2-42C0-A4C344C58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CDE1C-5C12-497E-944C-67B8D3B304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477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37CBD6-3924-DA07-ACFF-9152DCFFC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0562A3-814D-03D1-AA81-D5571B5F6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386D30-951E-8051-8BFE-A7E88EAD2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DC529-1789-479D-A25E-B3AA39851224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AB9AF8-FCE8-44BB-5C33-759511A7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050EE4-1A5D-F765-A407-7F1E0EBF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CDE1C-5C12-497E-944C-67B8D3B304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769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C9F11F-0EE6-271D-5495-693E83F13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FF1FD0-7114-53BC-F3A3-724201BD7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911960-FB4C-3C30-262C-1C3B62B63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DC529-1789-479D-A25E-B3AA39851224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375E76-54C7-3D4E-6F0B-F008217C5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DA0462-D451-2904-B045-6E7C45F29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CDE1C-5C12-497E-944C-67B8D3B304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280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982D34-CEC9-0949-8149-549B6160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4CF41C-FBC4-7BA3-9092-D49647040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EAC2DD3-1648-AD97-16ED-9C1F7A31A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1E81FB-1F31-8EFD-DABB-6749EC62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DC529-1789-479D-A25E-B3AA39851224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0273808-E5FA-FA64-1809-CB4F4A9BB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CD1A435-5DA9-6B2C-D827-DEDB5401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CDE1C-5C12-497E-944C-67B8D3B304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749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442581-E770-903A-B3B3-8A820E6C4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3C2E85-2A56-D02B-FF15-CBC15F83B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EE348A8-697B-D45F-3AF6-572516680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01EAD68-BDDC-5C99-081B-534A085B7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E52969A-C37F-FC46-63F4-7E57CD268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7001319-22FF-D489-049D-426D051B8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DC529-1789-479D-A25E-B3AA39851224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84AC41E-E84F-D1FD-1CA7-FA8DF4BD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6D58C70-71D8-6D3B-5C26-B73A8B2DF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CDE1C-5C12-497E-944C-67B8D3B304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033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0D034D-1900-5E9F-2BB4-2CE107640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0223FFA-E45E-28F1-4177-1F9E3F583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DC529-1789-479D-A25E-B3AA39851224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8D6ED35-B621-A781-56CD-D2899CB62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2ED11FB-39EB-E01B-10DB-E3A8EC23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CDE1C-5C12-497E-944C-67B8D3B304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8325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A849203-D147-0086-7B53-7758E0AC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DC529-1789-479D-A25E-B3AA39851224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C5ABBE1-1587-6AD8-223D-A52530AA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B25067-742B-2194-3D2E-1076E0E0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CDE1C-5C12-497E-944C-67B8D3B304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407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608B2F-1AA8-293C-D5C2-C8ABFE6FE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6937B6-9F2E-6432-BA84-3AE6EC255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CC665CF-51FB-30FC-A31E-C5CAC4EAC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F14378-1FD5-3D31-33F1-053E184E1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DC529-1789-479D-A25E-B3AA39851224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CD995C-BF25-298E-8EAE-A1404F56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1C7E8B-4F54-DCC7-B743-18FDBE56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CDE1C-5C12-497E-944C-67B8D3B304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9297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B4349F-7E04-860E-9D44-64A47536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1DF9D9A-369D-99DE-A667-40BF4B5A733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3741754-1B06-0F7E-49FA-4BE5732FF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E682AB-944E-0668-BDE5-106962E04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DC529-1789-479D-A25E-B3AA39851224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3AB3E85-11C2-1115-5FE0-06E01B4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544EE6-6826-8F28-B79C-5EAF5DFC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CDE1C-5C12-497E-944C-67B8D3B304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7320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99D54-FDF0-CEE4-B7DA-90F78194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B3AC65D-B843-45D5-ACE6-03E8EF4D4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A65673-DB51-A2AF-1A84-C5F99BEC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DC529-1789-479D-A25E-B3AA39851224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CF4E51-03E7-75ED-A1B8-BF6893F1F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331200-5634-3B08-5A7A-2D0C10B56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CDE1C-5C12-497E-944C-67B8D3B304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098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4C56E5A-0C59-B5BA-5649-F895D18CB6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6A7009-AD21-DF48-64B0-B744ABFB7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E1B216-E336-5F65-D094-BC492180C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DC529-1789-479D-A25E-B3AA39851224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A763B6-DF94-9D86-6A47-467D11AB4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0BF04B-942B-BCE9-F87C-EBA48B2FA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CDE1C-5C12-497E-944C-67B8D3B304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23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068491B-70BE-A01E-D5FD-0E525914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4AFCCB-67F6-4CA3-3613-07A065B93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F151A9-900C-846F-8DCD-E2F3725B1A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DC529-1789-479D-A25E-B3AA39851224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524EB3-0047-7708-2490-2BB10B7FB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FF4924-0BC7-CAAD-CDE8-F3129AE9C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8CDE1C-5C12-497E-944C-67B8D3B304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125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sv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1590B12-D588-1525-1EE5-7A612DB526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95" t="7791" r="12562" b="14304"/>
          <a:stretch>
            <a:fillRect/>
          </a:stretch>
        </p:blipFill>
        <p:spPr>
          <a:xfrm>
            <a:off x="3251963" y="268132"/>
            <a:ext cx="7095194" cy="4056362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C9560FF4-477B-AD78-B0E1-EB2ECC3B698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083867" y="1739424"/>
            <a:ext cx="1312475" cy="6173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32AE0833-822E-6B5F-C52A-613E3C14BF37}"/>
              </a:ext>
            </a:extLst>
          </p:cNvPr>
          <p:cNvSpPr txBox="1"/>
          <p:nvPr/>
        </p:nvSpPr>
        <p:spPr>
          <a:xfrm>
            <a:off x="1368607" y="1600924"/>
            <a:ext cx="715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Modèle</a:t>
            </a:r>
          </a:p>
        </p:txBody>
      </p:sp>
      <p:pic>
        <p:nvPicPr>
          <p:cNvPr id="10" name="Graphique 9" descr="Badge 3 avec un remplissage uni">
            <a:extLst>
              <a:ext uri="{FF2B5EF4-FFF2-40B4-BE49-F238E27FC236}">
                <a16:creationId xmlns:a16="http://schemas.microsoft.com/office/drawing/2014/main" id="{27E0AC6C-5AD9-D3CD-FAFF-2BD689FEF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686" y="3359478"/>
            <a:ext cx="360000" cy="360000"/>
          </a:xfrm>
          <a:prstGeom prst="rect">
            <a:avLst/>
          </a:prstGeom>
        </p:spPr>
      </p:pic>
      <p:pic>
        <p:nvPicPr>
          <p:cNvPr id="12" name="Graphique 11" descr="Badge avec un remplissage uni">
            <a:extLst>
              <a:ext uri="{FF2B5EF4-FFF2-40B4-BE49-F238E27FC236}">
                <a16:creationId xmlns:a16="http://schemas.microsoft.com/office/drawing/2014/main" id="{F8E28B73-FEA5-492B-2673-B70A10579D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686" y="2514350"/>
            <a:ext cx="360000" cy="360000"/>
          </a:xfrm>
          <a:prstGeom prst="rect">
            <a:avLst/>
          </a:prstGeom>
        </p:spPr>
      </p:pic>
      <p:pic>
        <p:nvPicPr>
          <p:cNvPr id="14" name="Graphique 13" descr="Badge 1 avec un remplissage uni">
            <a:extLst>
              <a:ext uri="{FF2B5EF4-FFF2-40B4-BE49-F238E27FC236}">
                <a16:creationId xmlns:a16="http://schemas.microsoft.com/office/drawing/2014/main" id="{03992A1D-BAD7-74C8-6F5E-76F7C5917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686" y="1581179"/>
            <a:ext cx="360000" cy="360000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B63F6979-8B94-9BDE-45D2-7A807B529A0C}"/>
              </a:ext>
            </a:extLst>
          </p:cNvPr>
          <p:cNvSpPr txBox="1"/>
          <p:nvPr/>
        </p:nvSpPr>
        <p:spPr>
          <a:xfrm>
            <a:off x="1368607" y="2555851"/>
            <a:ext cx="1491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 Code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1817842-FF16-AF03-0E4E-4B9B662F59AF}"/>
              </a:ext>
            </a:extLst>
          </p:cNvPr>
          <p:cNvSpPr txBox="1"/>
          <p:nvPr/>
        </p:nvSpPr>
        <p:spPr>
          <a:xfrm>
            <a:off x="1368607" y="3370805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Industrial</a:t>
            </a: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Code (I.C)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812A07A6-27D4-2953-363A-1FCAB519DC53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2859721" y="2694351"/>
            <a:ext cx="47474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1D98346D-A94F-C394-CB4C-2DEDCC199010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3018418" y="3031959"/>
            <a:ext cx="377924" cy="4773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B301684-4EA1-A90A-DF59-27F897D22D38}"/>
              </a:ext>
            </a:extLst>
          </p:cNvPr>
          <p:cNvSpPr/>
          <p:nvPr/>
        </p:nvSpPr>
        <p:spPr>
          <a:xfrm>
            <a:off x="4049486" y="797522"/>
            <a:ext cx="969401" cy="206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643AA319-EF18-299E-C9B3-5BC38FB0912B}"/>
              </a:ext>
            </a:extLst>
          </p:cNvPr>
          <p:cNvGrpSpPr/>
          <p:nvPr/>
        </p:nvGrpSpPr>
        <p:grpSpPr>
          <a:xfrm>
            <a:off x="200277" y="5117935"/>
            <a:ext cx="3532639" cy="1471933"/>
            <a:chOff x="200277" y="5117935"/>
            <a:chExt cx="3532639" cy="1471933"/>
          </a:xfrm>
        </p:grpSpPr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B94A48F9-933B-DF52-F93B-210C015CC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0277" y="5117935"/>
              <a:ext cx="3532639" cy="1471933"/>
            </a:xfrm>
            <a:prstGeom prst="rect">
              <a:avLst/>
            </a:prstGeom>
          </p:spPr>
        </p:pic>
        <p:pic>
          <p:nvPicPr>
            <p:cNvPr id="37" name="Graphique 36" descr="Badge 1 avec un remplissage uni">
              <a:extLst>
                <a:ext uri="{FF2B5EF4-FFF2-40B4-BE49-F238E27FC236}">
                  <a16:creationId xmlns:a16="http://schemas.microsoft.com/office/drawing/2014/main" id="{70225799-2F2B-430B-9872-756E1E1D62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97490" y="5511108"/>
              <a:ext cx="360000" cy="360000"/>
            </a:xfrm>
            <a:prstGeom prst="rect">
              <a:avLst/>
            </a:prstGeom>
          </p:spPr>
        </p:pic>
        <p:pic>
          <p:nvPicPr>
            <p:cNvPr id="43" name="Graphique 42" descr="Badge avec un remplissage uni">
              <a:extLst>
                <a:ext uri="{FF2B5EF4-FFF2-40B4-BE49-F238E27FC236}">
                  <a16:creationId xmlns:a16="http://schemas.microsoft.com/office/drawing/2014/main" id="{C12C2A7F-AD8F-CDC8-0DBB-9421215440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0316" y="6223265"/>
              <a:ext cx="360000" cy="360000"/>
            </a:xfrm>
            <a:prstGeom prst="rect">
              <a:avLst/>
            </a:prstGeom>
          </p:spPr>
        </p:pic>
        <p:pic>
          <p:nvPicPr>
            <p:cNvPr id="49" name="Graphique 48" descr="Badge 3 avec un remplissage uni">
              <a:extLst>
                <a:ext uri="{FF2B5EF4-FFF2-40B4-BE49-F238E27FC236}">
                  <a16:creationId xmlns:a16="http://schemas.microsoft.com/office/drawing/2014/main" id="{2C287296-7F26-0196-BDE0-4A12B1DF3A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0277" y="5511108"/>
              <a:ext cx="360000" cy="360000"/>
            </a:xfrm>
            <a:prstGeom prst="rect">
              <a:avLst/>
            </a:prstGeom>
          </p:spPr>
        </p:pic>
      </p:grp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5D0D46B0-0FCD-A1AC-236E-4770D29AD2DA}"/>
              </a:ext>
            </a:extLst>
          </p:cNvPr>
          <p:cNvGrpSpPr/>
          <p:nvPr/>
        </p:nvGrpSpPr>
        <p:grpSpPr>
          <a:xfrm>
            <a:off x="3458368" y="4611439"/>
            <a:ext cx="5120640" cy="1978429"/>
            <a:chOff x="3458368" y="4611439"/>
            <a:chExt cx="5120640" cy="1978429"/>
          </a:xfrm>
        </p:grpSpPr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FDF89B2F-A512-FF4A-F57C-78DF2CC7D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58368" y="4611439"/>
              <a:ext cx="5120640" cy="1978429"/>
            </a:xfrm>
            <a:prstGeom prst="rect">
              <a:avLst/>
            </a:prstGeom>
          </p:spPr>
        </p:pic>
        <p:pic>
          <p:nvPicPr>
            <p:cNvPr id="41" name="Graphique 40" descr="Badge 1 avec un remplissage uni">
              <a:extLst>
                <a:ext uri="{FF2B5EF4-FFF2-40B4-BE49-F238E27FC236}">
                  <a16:creationId xmlns:a16="http://schemas.microsoft.com/office/drawing/2014/main" id="{38484539-C9BA-9B57-1BA3-F71D4C9428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14583" y="4758456"/>
              <a:ext cx="360000" cy="360000"/>
            </a:xfrm>
            <a:prstGeom prst="rect">
              <a:avLst/>
            </a:prstGeom>
          </p:spPr>
        </p:pic>
        <p:pic>
          <p:nvPicPr>
            <p:cNvPr id="45" name="Graphique 44" descr="Badge avec un remplissage uni">
              <a:extLst>
                <a:ext uri="{FF2B5EF4-FFF2-40B4-BE49-F238E27FC236}">
                  <a16:creationId xmlns:a16="http://schemas.microsoft.com/office/drawing/2014/main" id="{8D9C9F0A-5133-D2C8-D609-4ABC504863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29543" y="6229868"/>
              <a:ext cx="360000" cy="360000"/>
            </a:xfrm>
            <a:prstGeom prst="rect">
              <a:avLst/>
            </a:prstGeom>
          </p:spPr>
        </p:pic>
        <p:pic>
          <p:nvPicPr>
            <p:cNvPr id="59" name="Graphique 58" descr="Badge 3 avec un remplissage uni">
              <a:extLst>
                <a:ext uri="{FF2B5EF4-FFF2-40B4-BE49-F238E27FC236}">
                  <a16:creationId xmlns:a16="http://schemas.microsoft.com/office/drawing/2014/main" id="{9B063748-F939-1B09-DB2A-470132F0A7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49993" y="5210359"/>
              <a:ext cx="360000" cy="360000"/>
            </a:xfrm>
            <a:prstGeom prst="rect">
              <a:avLst/>
            </a:prstGeom>
          </p:spPr>
        </p:pic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0D8A19AC-BC4B-1F01-48DF-6FF034EBD4C4}"/>
              </a:ext>
            </a:extLst>
          </p:cNvPr>
          <p:cNvGrpSpPr/>
          <p:nvPr/>
        </p:nvGrpSpPr>
        <p:grpSpPr>
          <a:xfrm>
            <a:off x="8369982" y="4938456"/>
            <a:ext cx="3822018" cy="1751511"/>
            <a:chOff x="8369982" y="4938456"/>
            <a:chExt cx="3822018" cy="1751511"/>
          </a:xfrm>
        </p:grpSpPr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744AEFB9-BFD1-8BB8-C271-813B1F6DC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69982" y="5017834"/>
              <a:ext cx="3822018" cy="1672133"/>
            </a:xfrm>
            <a:prstGeom prst="rect">
              <a:avLst/>
            </a:prstGeom>
          </p:spPr>
        </p:pic>
        <p:pic>
          <p:nvPicPr>
            <p:cNvPr id="51" name="Graphique 50" descr="Badge 3 avec un remplissage uni">
              <a:extLst>
                <a:ext uri="{FF2B5EF4-FFF2-40B4-BE49-F238E27FC236}">
                  <a16:creationId xmlns:a16="http://schemas.microsoft.com/office/drawing/2014/main" id="{1F879EDC-3839-A242-F1C4-E3FD309C80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94399" y="5151108"/>
              <a:ext cx="360000" cy="360000"/>
            </a:xfrm>
            <a:prstGeom prst="rect">
              <a:avLst/>
            </a:prstGeom>
          </p:spPr>
        </p:pic>
        <p:cxnSp>
          <p:nvCxnSpPr>
            <p:cNvPr id="55" name="Connecteur droit avec flèche 54">
              <a:extLst>
                <a:ext uri="{FF2B5EF4-FFF2-40B4-BE49-F238E27FC236}">
                  <a16:creationId xmlns:a16="http://schemas.microsoft.com/office/drawing/2014/main" id="{F5052C6B-59E2-AABE-04A1-892E8405FF9A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>
              <a:off x="8754399" y="5331108"/>
              <a:ext cx="520611" cy="30884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Graphique 38" descr="Badge 1 avec un remplissage uni">
              <a:extLst>
                <a:ext uri="{FF2B5EF4-FFF2-40B4-BE49-F238E27FC236}">
                  <a16:creationId xmlns:a16="http://schemas.microsoft.com/office/drawing/2014/main" id="{1A1C5E82-2D21-7F06-049E-8F8A9EB17C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49806" y="4957507"/>
              <a:ext cx="360000" cy="360000"/>
            </a:xfrm>
            <a:prstGeom prst="rect">
              <a:avLst/>
            </a:prstGeom>
          </p:spPr>
        </p:pic>
        <p:pic>
          <p:nvPicPr>
            <p:cNvPr id="47" name="Graphique 46" descr="Badge avec un remplissage uni">
              <a:extLst>
                <a:ext uri="{FF2B5EF4-FFF2-40B4-BE49-F238E27FC236}">
                  <a16:creationId xmlns:a16="http://schemas.microsoft.com/office/drawing/2014/main" id="{ED8B6757-1387-7498-7092-5BD7BD06F6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40605" y="4938456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31551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Grand écran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LECONTE Jerome</dc:creator>
  <cp:lastModifiedBy>LECONTE Jerome</cp:lastModifiedBy>
  <cp:revision>1</cp:revision>
  <dcterms:created xsi:type="dcterms:W3CDTF">2026-10-02T08:29:08Z</dcterms:created>
  <dcterms:modified xsi:type="dcterms:W3CDTF">2026-10-02T08:44:03Z</dcterms:modified>
</cp:coreProperties>
</file>