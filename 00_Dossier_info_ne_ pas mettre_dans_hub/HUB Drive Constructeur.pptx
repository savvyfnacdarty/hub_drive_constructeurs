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8" r:id="rId7"/>
    <p:sldId id="266" r:id="rId8"/>
    <p:sldId id="267" r:id="rId9"/>
    <p:sldId id="269" r:id="rId10"/>
    <p:sldId id="265" r:id="rId11"/>
    <p:sldId id="270" r:id="rId12"/>
    <p:sldId id="271" r:id="rId13"/>
    <p:sldId id="257" r:id="rId14"/>
    <p:sldId id="258" r:id="rId15"/>
    <p:sldId id="259" r:id="rId16"/>
    <p:sldId id="260" r:id="rId17"/>
    <p:sldId id="276" r:id="rId18"/>
    <p:sldId id="274" r:id="rId19"/>
    <p:sldId id="275" r:id="rId20"/>
    <p:sldId id="272" r:id="rId21"/>
    <p:sldId id="277" r:id="rId22"/>
    <p:sldId id="273" r:id="rId23"/>
    <p:sldId id="279" r:id="rId24"/>
    <p:sldId id="278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librage Dreame" id="{17EC0BBB-98F4-475C-997D-372FC40057E6}">
          <p14:sldIdLst>
            <p14:sldId id="256"/>
            <p14:sldId id="261"/>
            <p14:sldId id="262"/>
            <p14:sldId id="263"/>
            <p14:sldId id="264"/>
            <p14:sldId id="268"/>
            <p14:sldId id="266"/>
            <p14:sldId id="267"/>
            <p14:sldId id="269"/>
            <p14:sldId id="265"/>
            <p14:sldId id="270"/>
            <p14:sldId id="271"/>
          </p14:sldIdLst>
        </p14:section>
        <p14:section name="Chartes graphique" id="{B605FBDE-9A0C-4134-9B57-3859FBF303A8}">
          <p14:sldIdLst>
            <p14:sldId id="257"/>
            <p14:sldId id="258"/>
            <p14:sldId id="259"/>
            <p14:sldId id="260"/>
          </p14:sldIdLst>
        </p14:section>
        <p14:section name="Acces GitHub" id="{031AF5F5-912B-4E39-B745-9B89802AB03E}">
          <p14:sldIdLst>
            <p14:sldId id="276"/>
          </p14:sldIdLst>
        </p14:section>
        <p14:section name="Mettre base de donné Dreame" id="{A98555BC-70D1-4ABD-A052-AFDDFEADADFC}">
          <p14:sldIdLst>
            <p14:sldId id="274"/>
            <p14:sldId id="275"/>
          </p14:sldIdLst>
        </p14:section>
        <p14:section name="Mise à jour lecteur de BOM" id="{1DFA2712-A7D5-4225-9965-F11F89645200}">
          <p14:sldIdLst>
            <p14:sldId id="272"/>
            <p14:sldId id="277"/>
            <p14:sldId id="273"/>
            <p14:sldId id="279"/>
          </p14:sldIdLst>
        </p14:section>
        <p14:section name="Mise à jour FAQ DReame" id="{A1EF29B0-BD97-4CDC-A319-160A5F88E379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750" userDrawn="1">
          <p15:clr>
            <a:srgbClr val="A4A3A4"/>
          </p15:clr>
        </p15:guide>
        <p15:guide id="2" pos="43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151B"/>
    <a:srgbClr val="AB8C5E"/>
    <a:srgbClr val="EEA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2626" y="86"/>
      </p:cViewPr>
      <p:guideLst>
        <p:guide orient="horz" pos="2750"/>
        <p:guide pos="43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CONTE Jerome" userId="d69af9a9-2c00-4d51-90fa-948ed535b3d2" providerId="ADAL" clId="{095B365A-98E1-4944-95BD-97DF22D127EB}"/>
    <pc:docChg chg="undo custSel addSld delSld modSld addSection modSection">
      <pc:chgData name="LECONTE Jerome" userId="d69af9a9-2c00-4d51-90fa-948ed535b3d2" providerId="ADAL" clId="{095B365A-98E1-4944-95BD-97DF22D127EB}" dt="2026-10-02T09:08:21.607" v="2299" actId="11529"/>
      <pc:docMkLst>
        <pc:docMk/>
      </pc:docMkLst>
      <pc:sldChg chg="addSp delSp modSp new mod">
        <pc:chgData name="LECONTE Jerome" userId="d69af9a9-2c00-4d51-90fa-948ed535b3d2" providerId="ADAL" clId="{095B365A-98E1-4944-95BD-97DF22D127EB}" dt="2026-09-17T10:05:50.740" v="218" actId="208"/>
        <pc:sldMkLst>
          <pc:docMk/>
          <pc:sldMk cId="149256218" sldId="269"/>
        </pc:sldMkLst>
        <pc:spChg chg="add mod">
          <ac:chgData name="LECONTE Jerome" userId="d69af9a9-2c00-4d51-90fa-948ed535b3d2" providerId="ADAL" clId="{095B365A-98E1-4944-95BD-97DF22D127EB}" dt="2026-09-17T10:02:00.088" v="167" actId="122"/>
          <ac:spMkLst>
            <pc:docMk/>
            <pc:sldMk cId="149256218" sldId="269"/>
            <ac:spMk id="6" creationId="{17F41DEA-4DBD-6995-E19B-E5EB14695538}"/>
          </ac:spMkLst>
        </pc:spChg>
        <pc:spChg chg="add mod">
          <ac:chgData name="LECONTE Jerome" userId="d69af9a9-2c00-4d51-90fa-948ed535b3d2" providerId="ADAL" clId="{095B365A-98E1-4944-95BD-97DF22D127EB}" dt="2026-09-17T10:01:58.071" v="166" actId="122"/>
          <ac:spMkLst>
            <pc:docMk/>
            <pc:sldMk cId="149256218" sldId="269"/>
            <ac:spMk id="8" creationId="{2D194175-7C0B-FADC-4CB7-E281F3F409F8}"/>
          </ac:spMkLst>
        </pc:spChg>
        <pc:spChg chg="add mod">
          <ac:chgData name="LECONTE Jerome" userId="d69af9a9-2c00-4d51-90fa-948ed535b3d2" providerId="ADAL" clId="{095B365A-98E1-4944-95BD-97DF22D127EB}" dt="2026-09-17T10:02:13.383" v="169" actId="1076"/>
          <ac:spMkLst>
            <pc:docMk/>
            <pc:sldMk cId="149256218" sldId="269"/>
            <ac:spMk id="10" creationId="{432882C2-816D-D10F-9A68-A5E5A88B2549}"/>
          </ac:spMkLst>
        </pc:spChg>
        <pc:spChg chg="add mod">
          <ac:chgData name="LECONTE Jerome" userId="d69af9a9-2c00-4d51-90fa-948ed535b3d2" providerId="ADAL" clId="{095B365A-98E1-4944-95BD-97DF22D127EB}" dt="2026-09-17T10:02:13.383" v="169" actId="1076"/>
          <ac:spMkLst>
            <pc:docMk/>
            <pc:sldMk cId="149256218" sldId="269"/>
            <ac:spMk id="12" creationId="{214B6806-FA75-DC1B-6ECA-2A30B397D9AC}"/>
          </ac:spMkLst>
        </pc:spChg>
        <pc:spChg chg="add mod ord">
          <ac:chgData name="LECONTE Jerome" userId="d69af9a9-2c00-4d51-90fa-948ed535b3d2" providerId="ADAL" clId="{095B365A-98E1-4944-95BD-97DF22D127EB}" dt="2026-09-17T10:02:59.387" v="184" actId="166"/>
          <ac:spMkLst>
            <pc:docMk/>
            <pc:sldMk cId="149256218" sldId="269"/>
            <ac:spMk id="13" creationId="{AEB63794-B789-CD1B-7049-3543DCD13D76}"/>
          </ac:spMkLst>
        </pc:spChg>
        <pc:spChg chg="add mod ord">
          <ac:chgData name="LECONTE Jerome" userId="d69af9a9-2c00-4d51-90fa-948ed535b3d2" providerId="ADAL" clId="{095B365A-98E1-4944-95BD-97DF22D127EB}" dt="2026-09-17T10:02:59.387" v="184" actId="166"/>
          <ac:spMkLst>
            <pc:docMk/>
            <pc:sldMk cId="149256218" sldId="269"/>
            <ac:spMk id="15" creationId="{BF86A474-C341-4E0E-2C43-1CBED5EC912E}"/>
          </ac:spMkLst>
        </pc:spChg>
        <pc:spChg chg="add mod">
          <ac:chgData name="LECONTE Jerome" userId="d69af9a9-2c00-4d51-90fa-948ed535b3d2" providerId="ADAL" clId="{095B365A-98E1-4944-95BD-97DF22D127EB}" dt="2026-09-17T10:03:09.519" v="186" actId="1076"/>
          <ac:spMkLst>
            <pc:docMk/>
            <pc:sldMk cId="149256218" sldId="269"/>
            <ac:spMk id="16" creationId="{C4422DEA-7799-B4C3-9AA3-2C7AB9DDD622}"/>
          </ac:spMkLst>
        </pc:spChg>
        <pc:spChg chg="add mod ord">
          <ac:chgData name="LECONTE Jerome" userId="d69af9a9-2c00-4d51-90fa-948ed535b3d2" providerId="ADAL" clId="{095B365A-98E1-4944-95BD-97DF22D127EB}" dt="2026-09-17T10:05:29.665" v="213"/>
          <ac:spMkLst>
            <pc:docMk/>
            <pc:sldMk cId="149256218" sldId="269"/>
            <ac:spMk id="18" creationId="{F1E2620D-1599-72DF-6331-3E8B7369DD1E}"/>
          </ac:spMkLst>
        </pc:spChg>
        <pc:spChg chg="add mod">
          <ac:chgData name="LECONTE Jerome" userId="d69af9a9-2c00-4d51-90fa-948ed535b3d2" providerId="ADAL" clId="{095B365A-98E1-4944-95BD-97DF22D127EB}" dt="2026-09-17T10:04:54.798" v="207" actId="1038"/>
          <ac:spMkLst>
            <pc:docMk/>
            <pc:sldMk cId="149256218" sldId="269"/>
            <ac:spMk id="19" creationId="{DC7FDEFC-0D00-DA0E-226F-480FFDD511C4}"/>
          </ac:spMkLst>
        </pc:spChg>
        <pc:spChg chg="add mod">
          <ac:chgData name="LECONTE Jerome" userId="d69af9a9-2c00-4d51-90fa-948ed535b3d2" providerId="ADAL" clId="{095B365A-98E1-4944-95BD-97DF22D127EB}" dt="2026-09-17T10:05:16.712" v="212" actId="1076"/>
          <ac:spMkLst>
            <pc:docMk/>
            <pc:sldMk cId="149256218" sldId="269"/>
            <ac:spMk id="21" creationId="{5CF2ABF9-09D9-5F15-EE4E-E7FC304810AD}"/>
          </ac:spMkLst>
        </pc:spChg>
        <pc:spChg chg="add mod">
          <ac:chgData name="LECONTE Jerome" userId="d69af9a9-2c00-4d51-90fa-948ed535b3d2" providerId="ADAL" clId="{095B365A-98E1-4944-95BD-97DF22D127EB}" dt="2026-09-17T10:05:50.740" v="218" actId="208"/>
          <ac:spMkLst>
            <pc:docMk/>
            <pc:sldMk cId="149256218" sldId="269"/>
            <ac:spMk id="22" creationId="{A47672B3-5060-335E-14EC-53AF30D3052F}"/>
          </ac:spMkLst>
        </pc:spChg>
        <pc:picChg chg="add mod">
          <ac:chgData name="LECONTE Jerome" userId="d69af9a9-2c00-4d51-90fa-948ed535b3d2" providerId="ADAL" clId="{095B365A-98E1-4944-95BD-97DF22D127EB}" dt="2026-09-17T09:58:39.506" v="114" actId="1076"/>
          <ac:picMkLst>
            <pc:docMk/>
            <pc:sldMk cId="149256218" sldId="269"/>
            <ac:picMk id="3" creationId="{58B69571-AD2D-9C96-F392-50A3A0B027F8}"/>
          </ac:picMkLst>
        </pc:picChg>
      </pc:sldChg>
      <pc:sldChg chg="addSp modSp new mod">
        <pc:chgData name="LECONTE Jerome" userId="d69af9a9-2c00-4d51-90fa-948ed535b3d2" providerId="ADAL" clId="{095B365A-98E1-4944-95BD-97DF22D127EB}" dt="2026-09-21T09:42:06.160" v="322" actId="20577"/>
        <pc:sldMkLst>
          <pc:docMk/>
          <pc:sldMk cId="1381340807" sldId="270"/>
        </pc:sldMkLst>
        <pc:spChg chg="add mod">
          <ac:chgData name="LECONTE Jerome" userId="d69af9a9-2c00-4d51-90fa-948ed535b3d2" providerId="ADAL" clId="{095B365A-98E1-4944-95BD-97DF22D127EB}" dt="2026-09-21T09:42:06.160" v="322" actId="20577"/>
          <ac:spMkLst>
            <pc:docMk/>
            <pc:sldMk cId="1381340807" sldId="270"/>
            <ac:spMk id="2" creationId="{284239CA-1CD7-958A-585F-4D1017829979}"/>
          </ac:spMkLst>
        </pc:spChg>
        <pc:spChg chg="add mod">
          <ac:chgData name="LECONTE Jerome" userId="d69af9a9-2c00-4d51-90fa-948ed535b3d2" providerId="ADAL" clId="{095B365A-98E1-4944-95BD-97DF22D127EB}" dt="2026-09-18T07:22:56.459" v="222" actId="14100"/>
          <ac:spMkLst>
            <pc:docMk/>
            <pc:sldMk cId="1381340807" sldId="270"/>
            <ac:spMk id="3" creationId="{037B86BF-86BA-13C3-C914-8E088A856C0F}"/>
          </ac:spMkLst>
        </pc:spChg>
        <pc:spChg chg="add mod">
          <ac:chgData name="LECONTE Jerome" userId="d69af9a9-2c00-4d51-90fa-948ed535b3d2" providerId="ADAL" clId="{095B365A-98E1-4944-95BD-97DF22D127EB}" dt="2026-09-18T07:23:11.726" v="243" actId="6549"/>
          <ac:spMkLst>
            <pc:docMk/>
            <pc:sldMk cId="1381340807" sldId="270"/>
            <ac:spMk id="4" creationId="{CF9608A7-3E27-6FFD-46D6-33EC3A11CA6D}"/>
          </ac:spMkLst>
        </pc:spChg>
      </pc:sldChg>
      <pc:sldChg chg="addSp modSp new mod">
        <pc:chgData name="LECONTE Jerome" userId="d69af9a9-2c00-4d51-90fa-948ed535b3d2" providerId="ADAL" clId="{095B365A-98E1-4944-95BD-97DF22D127EB}" dt="2026-09-18T07:24:35.250" v="303" actId="14100"/>
        <pc:sldMkLst>
          <pc:docMk/>
          <pc:sldMk cId="2067796459" sldId="271"/>
        </pc:sldMkLst>
        <pc:spChg chg="add mod">
          <ac:chgData name="LECONTE Jerome" userId="d69af9a9-2c00-4d51-90fa-948ed535b3d2" providerId="ADAL" clId="{095B365A-98E1-4944-95BD-97DF22D127EB}" dt="2026-09-18T07:24:06.988" v="249" actId="1076"/>
          <ac:spMkLst>
            <pc:docMk/>
            <pc:sldMk cId="2067796459" sldId="271"/>
            <ac:spMk id="3" creationId="{6D5A3C7C-EDC3-AA15-373C-106D993F63C5}"/>
          </ac:spMkLst>
        </pc:spChg>
        <pc:spChg chg="add mod">
          <ac:chgData name="LECONTE Jerome" userId="d69af9a9-2c00-4d51-90fa-948ed535b3d2" providerId="ADAL" clId="{095B365A-98E1-4944-95BD-97DF22D127EB}" dt="2026-09-18T07:24:35.250" v="303" actId="14100"/>
          <ac:spMkLst>
            <pc:docMk/>
            <pc:sldMk cId="2067796459" sldId="271"/>
            <ac:spMk id="5" creationId="{4B0F0183-5740-7C0B-8307-29E3B75E0DD5}"/>
          </ac:spMkLst>
        </pc:spChg>
      </pc:sldChg>
      <pc:sldChg chg="addSp delSp modSp new mod">
        <pc:chgData name="LECONTE Jerome" userId="d69af9a9-2c00-4d51-90fa-948ed535b3d2" providerId="ADAL" clId="{095B365A-98E1-4944-95BD-97DF22D127EB}" dt="2026-09-24T13:43:58.288" v="2043" actId="20577"/>
        <pc:sldMkLst>
          <pc:docMk/>
          <pc:sldMk cId="3191845944" sldId="272"/>
        </pc:sldMkLst>
        <pc:spChg chg="add mod">
          <ac:chgData name="LECONTE Jerome" userId="d69af9a9-2c00-4d51-90fa-948ed535b3d2" providerId="ADAL" clId="{095B365A-98E1-4944-95BD-97DF22D127EB}" dt="2026-09-23T13:22:07.569" v="375" actId="20577"/>
          <ac:spMkLst>
            <pc:docMk/>
            <pc:sldMk cId="3191845944" sldId="272"/>
            <ac:spMk id="2" creationId="{518F8CEE-7DCE-A4F0-9509-6BA503855429}"/>
          </ac:spMkLst>
        </pc:spChg>
        <pc:spChg chg="add mod">
          <ac:chgData name="LECONTE Jerome" userId="d69af9a9-2c00-4d51-90fa-948ed535b3d2" providerId="ADAL" clId="{095B365A-98E1-4944-95BD-97DF22D127EB}" dt="2026-09-24T13:43:58.288" v="2043" actId="20577"/>
          <ac:spMkLst>
            <pc:docMk/>
            <pc:sldMk cId="3191845944" sldId="272"/>
            <ac:spMk id="3" creationId="{DA1BC4FF-5341-B9F7-E851-2E66148A9896}"/>
          </ac:spMkLst>
        </pc:spChg>
        <pc:picChg chg="add mod">
          <ac:chgData name="LECONTE Jerome" userId="d69af9a9-2c00-4d51-90fa-948ed535b3d2" providerId="ADAL" clId="{095B365A-98E1-4944-95BD-97DF22D127EB}" dt="2026-09-24T13:42:59.576" v="1892" actId="1076"/>
          <ac:picMkLst>
            <pc:docMk/>
            <pc:sldMk cId="3191845944" sldId="272"/>
            <ac:picMk id="7" creationId="{B8F195B2-A084-64E4-0BD1-45BA74AA58B6}"/>
          </ac:picMkLst>
        </pc:picChg>
      </pc:sldChg>
      <pc:sldChg chg="addSp delSp modSp add mod">
        <pc:chgData name="LECONTE Jerome" userId="d69af9a9-2c00-4d51-90fa-948ed535b3d2" providerId="ADAL" clId="{095B365A-98E1-4944-95BD-97DF22D127EB}" dt="2026-09-23T13:51:00.316" v="1184"/>
        <pc:sldMkLst>
          <pc:docMk/>
          <pc:sldMk cId="674981116" sldId="273"/>
        </pc:sldMkLst>
        <pc:spChg chg="mod">
          <ac:chgData name="LECONTE Jerome" userId="d69af9a9-2c00-4d51-90fa-948ed535b3d2" providerId="ADAL" clId="{095B365A-98E1-4944-95BD-97DF22D127EB}" dt="2026-09-23T13:43:09.040" v="963" actId="313"/>
          <ac:spMkLst>
            <pc:docMk/>
            <pc:sldMk cId="674981116" sldId="273"/>
            <ac:spMk id="3" creationId="{64676D87-D131-BEFB-A8C0-4B5C9613BFFF}"/>
          </ac:spMkLst>
        </pc:spChg>
        <pc:spChg chg="add mod">
          <ac:chgData name="LECONTE Jerome" userId="d69af9a9-2c00-4d51-90fa-948ed535b3d2" providerId="ADAL" clId="{095B365A-98E1-4944-95BD-97DF22D127EB}" dt="2026-09-23T13:51:00.316" v="1184"/>
          <ac:spMkLst>
            <pc:docMk/>
            <pc:sldMk cId="674981116" sldId="273"/>
            <ac:spMk id="9" creationId="{AE94EE23-8B98-048E-AB93-64543BA60578}"/>
          </ac:spMkLst>
        </pc:spChg>
        <pc:spChg chg="add mod">
          <ac:chgData name="LECONTE Jerome" userId="d69af9a9-2c00-4d51-90fa-948ed535b3d2" providerId="ADAL" clId="{095B365A-98E1-4944-95BD-97DF22D127EB}" dt="2026-09-23T13:44:40.241" v="986" actId="1582"/>
          <ac:spMkLst>
            <pc:docMk/>
            <pc:sldMk cId="674981116" sldId="273"/>
            <ac:spMk id="13" creationId="{B47214C5-0B5E-A879-32B5-F77A848E29EE}"/>
          </ac:spMkLst>
        </pc:spChg>
        <pc:picChg chg="add mod modCrop">
          <ac:chgData name="LECONTE Jerome" userId="d69af9a9-2c00-4d51-90fa-948ed535b3d2" providerId="ADAL" clId="{095B365A-98E1-4944-95BD-97DF22D127EB}" dt="2026-09-23T13:44:51.884" v="989" actId="208"/>
          <ac:picMkLst>
            <pc:docMk/>
            <pc:sldMk cId="674981116" sldId="273"/>
            <ac:picMk id="7" creationId="{00394B91-A7F8-7F49-6502-897D20252040}"/>
          </ac:picMkLst>
        </pc:picChg>
        <pc:picChg chg="add mod">
          <ac:chgData name="LECONTE Jerome" userId="d69af9a9-2c00-4d51-90fa-948ed535b3d2" providerId="ADAL" clId="{095B365A-98E1-4944-95BD-97DF22D127EB}" dt="2026-09-23T13:44:50.299" v="988" actId="208"/>
          <ac:picMkLst>
            <pc:docMk/>
            <pc:sldMk cId="674981116" sldId="273"/>
            <ac:picMk id="11" creationId="{E19C5FD7-617D-875C-B9E4-594ADC3B5A48}"/>
          </ac:picMkLst>
        </pc:picChg>
        <pc:picChg chg="add mod">
          <ac:chgData name="LECONTE Jerome" userId="d69af9a9-2c00-4d51-90fa-948ed535b3d2" providerId="ADAL" clId="{095B365A-98E1-4944-95BD-97DF22D127EB}" dt="2026-09-23T13:45:20.886" v="992" actId="1076"/>
          <ac:picMkLst>
            <pc:docMk/>
            <pc:sldMk cId="674981116" sldId="273"/>
            <ac:picMk id="15" creationId="{5E1BF45C-D261-8B63-1F8F-59C42CBE7C76}"/>
          </ac:picMkLst>
        </pc:picChg>
        <pc:picChg chg="add mod">
          <ac:chgData name="LECONTE Jerome" userId="d69af9a9-2c00-4d51-90fa-948ed535b3d2" providerId="ADAL" clId="{095B365A-98E1-4944-95BD-97DF22D127EB}" dt="2026-09-23T13:45:17.799" v="991" actId="1076"/>
          <ac:picMkLst>
            <pc:docMk/>
            <pc:sldMk cId="674981116" sldId="273"/>
            <ac:picMk id="17" creationId="{085EAFA9-0FBC-4D3A-4978-5C852B8EE5BE}"/>
          </ac:picMkLst>
        </pc:picChg>
      </pc:sldChg>
      <pc:sldChg chg="addSp modSp new mod">
        <pc:chgData name="LECONTE Jerome" userId="d69af9a9-2c00-4d51-90fa-948ed535b3d2" providerId="ADAL" clId="{095B365A-98E1-4944-95BD-97DF22D127EB}" dt="2026-09-24T13:39:14.805" v="1709" actId="20577"/>
        <pc:sldMkLst>
          <pc:docMk/>
          <pc:sldMk cId="3636627086" sldId="274"/>
        </pc:sldMkLst>
        <pc:spChg chg="add mod">
          <ac:chgData name="LECONTE Jerome" userId="d69af9a9-2c00-4d51-90fa-948ed535b3d2" providerId="ADAL" clId="{095B365A-98E1-4944-95BD-97DF22D127EB}" dt="2026-09-23T13:51:26.049" v="1189" actId="1076"/>
          <ac:spMkLst>
            <pc:docMk/>
            <pc:sldMk cId="3636627086" sldId="274"/>
            <ac:spMk id="2" creationId="{F2EDD05D-B924-3117-1FE4-4A7667D44763}"/>
          </ac:spMkLst>
        </pc:spChg>
        <pc:spChg chg="add mod">
          <ac:chgData name="LECONTE Jerome" userId="d69af9a9-2c00-4d51-90fa-948ed535b3d2" providerId="ADAL" clId="{095B365A-98E1-4944-95BD-97DF22D127EB}" dt="2026-09-24T13:39:14.805" v="1709" actId="20577"/>
          <ac:spMkLst>
            <pc:docMk/>
            <pc:sldMk cId="3636627086" sldId="274"/>
            <ac:spMk id="4" creationId="{7F571965-09D6-7DD3-DF90-B003B28BCBA6}"/>
          </ac:spMkLst>
        </pc:spChg>
        <pc:spChg chg="add">
          <ac:chgData name="LECONTE Jerome" userId="d69af9a9-2c00-4d51-90fa-948ed535b3d2" providerId="ADAL" clId="{095B365A-98E1-4944-95BD-97DF22D127EB}" dt="2026-09-23T13:51:10.841" v="1185" actId="11529"/>
          <ac:spMkLst>
            <pc:docMk/>
            <pc:sldMk cId="3636627086" sldId="274"/>
            <ac:spMk id="8" creationId="{9493B05E-3FA4-AFD6-17FB-1CA5780727B1}"/>
          </ac:spMkLst>
        </pc:spChg>
        <pc:spChg chg="add">
          <ac:chgData name="LECONTE Jerome" userId="d69af9a9-2c00-4d51-90fa-948ed535b3d2" providerId="ADAL" clId="{095B365A-98E1-4944-95BD-97DF22D127EB}" dt="2026-09-23T13:51:16.068" v="1186" actId="11529"/>
          <ac:spMkLst>
            <pc:docMk/>
            <pc:sldMk cId="3636627086" sldId="274"/>
            <ac:spMk id="9" creationId="{D2C9FEB3-9187-A80F-A58B-C94285F09CDC}"/>
          </ac:spMkLst>
        </pc:spChg>
        <pc:spChg chg="add mod">
          <ac:chgData name="LECONTE Jerome" userId="d69af9a9-2c00-4d51-90fa-948ed535b3d2" providerId="ADAL" clId="{095B365A-98E1-4944-95BD-97DF22D127EB}" dt="2026-09-23T13:51:21.151" v="1188" actId="14100"/>
          <ac:spMkLst>
            <pc:docMk/>
            <pc:sldMk cId="3636627086" sldId="274"/>
            <ac:spMk id="10" creationId="{75631D2A-8B19-68AD-5354-C0AA8D698250}"/>
          </ac:spMkLst>
        </pc:spChg>
        <pc:graphicFrameChg chg="add mod">
          <ac:chgData name="LECONTE Jerome" userId="d69af9a9-2c00-4d51-90fa-948ed535b3d2" providerId="ADAL" clId="{095B365A-98E1-4944-95BD-97DF22D127EB}" dt="2026-09-23T13:47:57.674" v="1012" actId="1076"/>
          <ac:graphicFrameMkLst>
            <pc:docMk/>
            <pc:sldMk cId="3636627086" sldId="274"/>
            <ac:graphicFrameMk id="3" creationId="{41ABAA8F-E328-17A6-AC75-02CA02811FE5}"/>
          </ac:graphicFrameMkLst>
        </pc:graphicFrameChg>
        <pc:picChg chg="add mod">
          <ac:chgData name="LECONTE Jerome" userId="d69af9a9-2c00-4d51-90fa-948ed535b3d2" providerId="ADAL" clId="{095B365A-98E1-4944-95BD-97DF22D127EB}" dt="2026-09-23T13:49:02.924" v="1021" actId="208"/>
          <ac:picMkLst>
            <pc:docMk/>
            <pc:sldMk cId="3636627086" sldId="274"/>
            <ac:picMk id="5" creationId="{43E8A93B-DED9-862A-337F-2CB7C7CAEFB8}"/>
          </ac:picMkLst>
        </pc:picChg>
        <pc:picChg chg="add mod modCrop">
          <ac:chgData name="LECONTE Jerome" userId="d69af9a9-2c00-4d51-90fa-948ed535b3d2" providerId="ADAL" clId="{095B365A-98E1-4944-95BD-97DF22D127EB}" dt="2026-09-23T13:49:05.084" v="1022" actId="1076"/>
          <ac:picMkLst>
            <pc:docMk/>
            <pc:sldMk cId="3636627086" sldId="274"/>
            <ac:picMk id="7" creationId="{D36F4ADB-1988-4918-E20E-407D674AB027}"/>
          </ac:picMkLst>
        </pc:picChg>
      </pc:sldChg>
      <pc:sldChg chg="addSp modSp new mod">
        <pc:chgData name="LECONTE Jerome" userId="d69af9a9-2c00-4d51-90fa-948ed535b3d2" providerId="ADAL" clId="{095B365A-98E1-4944-95BD-97DF22D127EB}" dt="2026-09-23T13:56:59.431" v="1392" actId="20577"/>
        <pc:sldMkLst>
          <pc:docMk/>
          <pc:sldMk cId="1603894313" sldId="275"/>
        </pc:sldMkLst>
        <pc:spChg chg="add mod">
          <ac:chgData name="LECONTE Jerome" userId="d69af9a9-2c00-4d51-90fa-948ed535b3d2" providerId="ADAL" clId="{095B365A-98E1-4944-95BD-97DF22D127EB}" dt="2026-09-23T13:56:59.431" v="1392" actId="20577"/>
          <ac:spMkLst>
            <pc:docMk/>
            <pc:sldMk cId="1603894313" sldId="275"/>
            <ac:spMk id="5" creationId="{4F38EAE1-8022-EA06-87CF-60F802B61485}"/>
          </ac:spMkLst>
        </pc:spChg>
        <pc:picChg chg="add mod">
          <ac:chgData name="LECONTE Jerome" userId="d69af9a9-2c00-4d51-90fa-948ed535b3d2" providerId="ADAL" clId="{095B365A-98E1-4944-95BD-97DF22D127EB}" dt="2026-09-23T13:50:44.723" v="1183" actId="1076"/>
          <ac:picMkLst>
            <pc:docMk/>
            <pc:sldMk cId="1603894313" sldId="275"/>
            <ac:picMk id="3" creationId="{A9C92FBD-E9ED-CA53-DF36-6B0A9E63CA02}"/>
          </ac:picMkLst>
        </pc:picChg>
      </pc:sldChg>
      <pc:sldChg chg="addSp modSp new mod">
        <pc:chgData name="LECONTE Jerome" userId="d69af9a9-2c00-4d51-90fa-948ed535b3d2" providerId="ADAL" clId="{095B365A-98E1-4944-95BD-97DF22D127EB}" dt="2026-09-23T14:19:43.620" v="1597" actId="20577"/>
        <pc:sldMkLst>
          <pc:docMk/>
          <pc:sldMk cId="592712337" sldId="276"/>
        </pc:sldMkLst>
        <pc:spChg chg="add mod">
          <ac:chgData name="LECONTE Jerome" userId="d69af9a9-2c00-4d51-90fa-948ed535b3d2" providerId="ADAL" clId="{095B365A-98E1-4944-95BD-97DF22D127EB}" dt="2026-09-23T13:59:26.460" v="1454" actId="1076"/>
          <ac:spMkLst>
            <pc:docMk/>
            <pc:sldMk cId="592712337" sldId="276"/>
            <ac:spMk id="3" creationId="{47F30F95-7BD2-9D03-5302-CBBBC942CA4A}"/>
          </ac:spMkLst>
        </pc:spChg>
        <pc:spChg chg="add mod">
          <ac:chgData name="LECONTE Jerome" userId="d69af9a9-2c00-4d51-90fa-948ed535b3d2" providerId="ADAL" clId="{095B365A-98E1-4944-95BD-97DF22D127EB}" dt="2026-09-23T14:19:43.620" v="1597" actId="20577"/>
          <ac:spMkLst>
            <pc:docMk/>
            <pc:sldMk cId="592712337" sldId="276"/>
            <ac:spMk id="4" creationId="{EC851D1C-5D81-3295-3412-1DC76555F22A}"/>
          </ac:spMkLst>
        </pc:spChg>
      </pc:sldChg>
      <pc:sldChg chg="modSp add mod">
        <pc:chgData name="LECONTE Jerome" userId="d69af9a9-2c00-4d51-90fa-948ed535b3d2" providerId="ADAL" clId="{095B365A-98E1-4944-95BD-97DF22D127EB}" dt="2026-10-02T09:01:49.239" v="2189" actId="207"/>
        <pc:sldMkLst>
          <pc:docMk/>
          <pc:sldMk cId="313604532" sldId="277"/>
        </pc:sldMkLst>
        <pc:spChg chg="mod">
          <ac:chgData name="LECONTE Jerome" userId="d69af9a9-2c00-4d51-90fa-948ed535b3d2" providerId="ADAL" clId="{095B365A-98E1-4944-95BD-97DF22D127EB}" dt="2026-10-02T09:01:49.239" v="2189" actId="207"/>
          <ac:spMkLst>
            <pc:docMk/>
            <pc:sldMk cId="313604532" sldId="277"/>
            <ac:spMk id="9" creationId="{DD6C7A47-CCA2-2BE2-903C-53FEE2C10239}"/>
          </ac:spMkLst>
        </pc:spChg>
      </pc:sldChg>
      <pc:sldChg chg="addSp modSp new mod">
        <pc:chgData name="LECONTE Jerome" userId="d69af9a9-2c00-4d51-90fa-948ed535b3d2" providerId="ADAL" clId="{095B365A-98E1-4944-95BD-97DF22D127EB}" dt="2026-09-24T13:47:41.339" v="2137" actId="33524"/>
        <pc:sldMkLst>
          <pc:docMk/>
          <pc:sldMk cId="1130565976" sldId="278"/>
        </pc:sldMkLst>
        <pc:spChg chg="add mod">
          <ac:chgData name="LECONTE Jerome" userId="d69af9a9-2c00-4d51-90fa-948ed535b3d2" providerId="ADAL" clId="{095B365A-98E1-4944-95BD-97DF22D127EB}" dt="2026-09-24T13:47:41.339" v="2137" actId="33524"/>
          <ac:spMkLst>
            <pc:docMk/>
            <pc:sldMk cId="1130565976" sldId="278"/>
            <ac:spMk id="3" creationId="{8DD43AB0-E5DB-7DB8-49B6-D2340DD30E16}"/>
          </ac:spMkLst>
        </pc:spChg>
        <pc:spChg chg="add mod">
          <ac:chgData name="LECONTE Jerome" userId="d69af9a9-2c00-4d51-90fa-948ed535b3d2" providerId="ADAL" clId="{095B365A-98E1-4944-95BD-97DF22D127EB}" dt="2026-09-24T13:47:17.679" v="2135" actId="1076"/>
          <ac:spMkLst>
            <pc:docMk/>
            <pc:sldMk cId="1130565976" sldId="278"/>
            <ac:spMk id="4" creationId="{10780131-30ED-6EA5-801D-FC8A6E72E19F}"/>
          </ac:spMkLst>
        </pc:spChg>
      </pc:sldChg>
      <pc:sldChg chg="addSp modSp new mod">
        <pc:chgData name="LECONTE Jerome" userId="d69af9a9-2c00-4d51-90fa-948ed535b3d2" providerId="ADAL" clId="{095B365A-98E1-4944-95BD-97DF22D127EB}" dt="2026-10-02T09:08:21.607" v="2299" actId="11529"/>
        <pc:sldMkLst>
          <pc:docMk/>
          <pc:sldMk cId="42272514" sldId="279"/>
        </pc:sldMkLst>
        <pc:spChg chg="add mod">
          <ac:chgData name="LECONTE Jerome" userId="d69af9a9-2c00-4d51-90fa-948ed535b3d2" providerId="ADAL" clId="{095B365A-98E1-4944-95BD-97DF22D127EB}" dt="2026-10-02T09:08:16.238" v="2298" actId="20577"/>
          <ac:spMkLst>
            <pc:docMk/>
            <pc:sldMk cId="42272514" sldId="279"/>
            <ac:spMk id="5" creationId="{FAA37310-C810-EAC3-59A8-8F13B7A4AD95}"/>
          </ac:spMkLst>
        </pc:spChg>
        <pc:spChg chg="add">
          <ac:chgData name="LECONTE Jerome" userId="d69af9a9-2c00-4d51-90fa-948ed535b3d2" providerId="ADAL" clId="{095B365A-98E1-4944-95BD-97DF22D127EB}" dt="2026-10-02T09:08:21.607" v="2299" actId="11529"/>
          <ac:spMkLst>
            <pc:docMk/>
            <pc:sldMk cId="42272514" sldId="279"/>
            <ac:spMk id="6" creationId="{876D71C0-4D5F-AECC-A77F-F5E24ECA9F46}"/>
          </ac:spMkLst>
        </pc:spChg>
        <pc:picChg chg="add mod">
          <ac:chgData name="LECONTE Jerome" userId="d69af9a9-2c00-4d51-90fa-948ed535b3d2" providerId="ADAL" clId="{095B365A-98E1-4944-95BD-97DF22D127EB}" dt="2026-10-02T09:07:19.060" v="2193" actId="1076"/>
          <ac:picMkLst>
            <pc:docMk/>
            <pc:sldMk cId="42272514" sldId="279"/>
            <ac:picMk id="3" creationId="{53CBF2B1-8478-B44F-AF4B-289139C6D4E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A952F6-35B6-7549-0C9B-9E4DCD8B7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0B675D0-09F8-97B0-3D5C-C5A8F3FA7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34D89F-106F-ECF0-4939-960262DD9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9188-E18B-402F-A1BF-3BB6B8E37AB3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DDF7AD-E28A-6301-0745-83CD3EBE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32D27B-E60E-14D7-513A-F51AEEE0A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B8F1-3691-4EB8-A751-7205BB9FEC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1450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982FE-2908-AD87-5DC8-F7B1E20F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78E347-E382-80EA-014C-4FA72D43D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6A60C3-F122-7182-3831-B3DE89892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9188-E18B-402F-A1BF-3BB6B8E37AB3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880615-26F6-3C90-C33D-B256F89F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371D64-8322-72AB-836F-5F4D7DAA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B8F1-3691-4EB8-A751-7205BB9FEC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488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5FFBE3-96F6-05EB-F709-D20FDD66E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28B991-440F-EAA3-31F0-2EC8981A0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B87888-FA6C-0221-22D3-54B06F77F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9188-E18B-402F-A1BF-3BB6B8E37AB3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CCD14F-CC2E-C5F3-5669-2817D4CA9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AF7DC3-811D-3162-B667-B536E3C58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B8F1-3691-4EB8-A751-7205BB9FEC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8539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248DAB-D3C5-299B-D691-47C0DB76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98BAC9-FCA1-99EA-E0A5-23512CDF0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944B46-B839-84A7-FED3-2A0344E30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8585C2-C01A-8767-91F2-4EEA9E93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9188-E18B-402F-A1BF-3BB6B8E37AB3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4A047F-839C-4B58-9DC4-09832D70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00C3199-F2CA-1F25-B0E5-877F84D17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B8F1-3691-4EB8-A751-7205BB9FEC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9499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D11DBE-F55C-9624-7BB6-684A269F5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E31D8B-2833-7D70-7396-5726E2CEE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702C420-F6EC-E4C7-A31B-8166E5CCE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4CC8625-E65C-7C04-A7F2-C8CD6E0010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C8C6178-7C1A-AFAB-CFA2-360A81BD1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308E275-1BDF-8C2F-DBFD-A64AF669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9188-E18B-402F-A1BF-3BB6B8E37AB3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827FA5B-461D-4EF4-6F63-47748DA2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EA8A06B-9EE9-9B7F-2B43-D6059A729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B8F1-3691-4EB8-A751-7205BB9FEC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719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B01421-7C71-9E4F-6481-FE7CBA3ED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4E2A53F-BE4A-EC4A-DC7A-5FC2D0A1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9188-E18B-402F-A1BF-3BB6B8E37AB3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3B50769-255C-3254-49A7-0F2872AF9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CD4D768-C64D-238B-B8C8-2977B9F2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B8F1-3691-4EB8-A751-7205BB9FEC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3374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E41036C-D787-E50E-61BD-63732E56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9188-E18B-402F-A1BF-3BB6B8E37AB3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D487A48-EC34-E68E-5F1A-55A764E40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57AF75-8EE4-EB63-2CFB-B8BC5984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B8F1-3691-4EB8-A751-7205BB9FEC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4481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CAF117-959D-7D9A-4E7C-5C2C3073F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4C5469-6838-2137-A969-9CAF2E7B8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6F79A7-9B01-3DE8-FB6A-84A4700A6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056417-089C-24BF-ECAF-CB13D1426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9188-E18B-402F-A1BF-3BB6B8E37AB3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FB0254-3795-9D90-4C3C-5823915E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38B57D-069C-7191-90E8-4255F621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B8F1-3691-4EB8-A751-7205BB9FEC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25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1062E1-5A48-0D91-F424-A576CC570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3ACA65D-4675-333A-5E1C-4B2AE9CE91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8557894-0D8A-381F-FBD0-5F0AD1C08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4A4E7B-1CB8-742D-228D-D1DB14AE3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9188-E18B-402F-A1BF-3BB6B8E37AB3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9BBBC5-BC2E-0372-DCBA-FF80926EF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44819F-ABE1-8ADD-7DC0-4321B6A8B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B8F1-3691-4EB8-A751-7205BB9FEC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41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4F0864-6E13-F778-1304-62761164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BF229CF-EDA7-24BC-590E-BF099C6B4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81C83A-452A-E69D-C5D7-ABC250200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9188-E18B-402F-A1BF-3BB6B8E37AB3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DC5249-F344-3CC9-F6DE-78AB8502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1D2FEF-51E9-D8F4-41B3-890B5725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B8F1-3691-4EB8-A751-7205BB9FEC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1009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F46497A-8D6F-8D95-D103-8EEC0A0F3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D10083-4CC2-1D49-BBD4-4D3A1A446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32541F-8FC4-6400-834B-45EB0DCDD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9188-E18B-402F-A1BF-3BB6B8E37AB3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603A53-773F-089B-FF8E-91F6E8DB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0AFFA2-742A-CA13-B907-0D339636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B8F1-3691-4EB8-A751-7205BB9FEC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102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42D00EE-F7C3-A725-1FCD-6921B6DEA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762B1E-D078-7AA0-E3F8-FC9563188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290501-7D38-3D6D-B37C-B04AC8CCDA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19188-E18B-402F-A1BF-3BB6B8E37AB3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6486E1-279F-5F16-FCC3-3869B0B2B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DE7A3B-A969-0722-0CD9-6EB1D7CE8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8BB8F1-3691-4EB8-A751-7205BB9FEC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582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iag-eu.dreame.tech/#/login" TargetMode="External"/><Relationship Id="rId2" Type="http://schemas.openxmlformats.org/officeDocument/2006/relationships/hyperlink" Target="https://docs.google.com/presentation/d/11qsEKHzA9vy4DLirZ05Z8QOlXI7NtNMD/edit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JZI6pmY9B7S8dGZz-p0rIcNiT_7kYwFG/edit?usp=drive_link&amp;ouid=105729334306758008218&amp;rtpof=true&amp;sd=true" TargetMode="External"/><Relationship Id="rId2" Type="http://schemas.openxmlformats.org/officeDocument/2006/relationships/hyperlink" Target="https://mova-care-eu.mova-tech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ive.google.com/drive/folders/1p_i0a_IisyAsma8XS-aSYWf78veECDcf?usp=drive_link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drive.google.com/drive/folders/1iwaJV3JR-SVnkzV84TaJihxgcN3yGwh8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OZ2DQrCIFBsBugHuW6kjnHLwkPiweCf4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vvyfnacdarty/HUB_drive_constructeurs" TargetMode="External"/><Relationship Id="rId2" Type="http://schemas.openxmlformats.org/officeDocument/2006/relationships/hyperlink" Target="mailto:savvy@fnacdarty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avvyfnacdarty/dreame-test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hyperlink" Target="https://script.google.com/home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5.svg"/><Relationship Id="rId4" Type="http://schemas.openxmlformats.org/officeDocument/2006/relationships/image" Target="../media/image3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9E863E1-49B6-9548-69AE-29077E971B79}"/>
              </a:ext>
            </a:extLst>
          </p:cNvPr>
          <p:cNvSpPr/>
          <p:nvPr/>
        </p:nvSpPr>
        <p:spPr>
          <a:xfrm>
            <a:off x="1457540" y="1182532"/>
            <a:ext cx="8408355" cy="37744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39D2E41-FB0D-B438-979F-54FD5A736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915" y="1258160"/>
            <a:ext cx="1661539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FEA4470-8602-A14A-4F45-3B7E166C3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67" y="1258160"/>
            <a:ext cx="1661539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9599B86-5C07-FB65-D1D4-1FA140FAE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691" y="1258160"/>
            <a:ext cx="1661539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ACDE15B-4FC7-C76C-BE57-8A24927A03F0}"/>
              </a:ext>
            </a:extLst>
          </p:cNvPr>
          <p:cNvSpPr/>
          <p:nvPr/>
        </p:nvSpPr>
        <p:spPr>
          <a:xfrm>
            <a:off x="1611693" y="3925733"/>
            <a:ext cx="1571086" cy="213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B7C3B1-C1FB-3F4E-5DE1-04227383786F}"/>
              </a:ext>
            </a:extLst>
          </p:cNvPr>
          <p:cNvSpPr/>
          <p:nvPr/>
        </p:nvSpPr>
        <p:spPr>
          <a:xfrm>
            <a:off x="3648917" y="2544967"/>
            <a:ext cx="1571086" cy="213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Graphique 18" descr="Badge 1 avec un remplissage uni">
            <a:extLst>
              <a:ext uri="{FF2B5EF4-FFF2-40B4-BE49-F238E27FC236}">
                <a16:creationId xmlns:a16="http://schemas.microsoft.com/office/drawing/2014/main" id="{A3110DDE-4F30-71C2-DCD8-1F4D7AB7B8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716" y="1651764"/>
            <a:ext cx="288000" cy="288000"/>
          </a:xfrm>
          <a:prstGeom prst="rect">
            <a:avLst/>
          </a:prstGeom>
        </p:spPr>
      </p:pic>
      <p:pic>
        <p:nvPicPr>
          <p:cNvPr id="21" name="Graphique 20" descr="Badge avec un remplissage uni">
            <a:extLst>
              <a:ext uri="{FF2B5EF4-FFF2-40B4-BE49-F238E27FC236}">
                <a16:creationId xmlns:a16="http://schemas.microsoft.com/office/drawing/2014/main" id="{6AB7C451-6655-B522-249F-B28CC6AA4F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7716" y="1930598"/>
            <a:ext cx="288000" cy="28800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8379F50C-3A0E-9147-7CCA-5ABA13551B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575" y="1258160"/>
            <a:ext cx="2177883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9510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2E07-0A44-2800-55B0-1D2FA73BC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4512D2C-A35F-7E3F-E53D-695118B6E757}"/>
              </a:ext>
            </a:extLst>
          </p:cNvPr>
          <p:cNvSpPr/>
          <p:nvPr/>
        </p:nvSpPr>
        <p:spPr>
          <a:xfrm>
            <a:off x="1436737" y="1170920"/>
            <a:ext cx="9876531" cy="39923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BF5C756-F11E-F1A7-1B4A-092B62C23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67" y="1258160"/>
            <a:ext cx="1661539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AE42184-84EF-9F24-AB29-8FFDBF43E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691" y="1258160"/>
            <a:ext cx="1661539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76E4ABC-D88E-E824-812B-6752D42FBE26}"/>
              </a:ext>
            </a:extLst>
          </p:cNvPr>
          <p:cNvSpPr/>
          <p:nvPr/>
        </p:nvSpPr>
        <p:spPr>
          <a:xfrm>
            <a:off x="1611693" y="3925733"/>
            <a:ext cx="1571086" cy="213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793E93-18A5-A65E-46CF-A7415FBE992D}"/>
              </a:ext>
            </a:extLst>
          </p:cNvPr>
          <p:cNvSpPr/>
          <p:nvPr/>
        </p:nvSpPr>
        <p:spPr>
          <a:xfrm>
            <a:off x="3648917" y="2270071"/>
            <a:ext cx="1571086" cy="213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E929AF8-0945-3691-E8E0-29FC7C14102F}"/>
              </a:ext>
            </a:extLst>
          </p:cNvPr>
          <p:cNvSpPr txBox="1"/>
          <p:nvPr/>
        </p:nvSpPr>
        <p:spPr>
          <a:xfrm>
            <a:off x="2054033" y="4879931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/>
              <a:t>Figure 1</a:t>
            </a:r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94FBEF2A-AD37-B58A-9A20-59B8F57D1B63}"/>
              </a:ext>
            </a:extLst>
          </p:cNvPr>
          <p:cNvGrpSpPr/>
          <p:nvPr/>
        </p:nvGrpSpPr>
        <p:grpSpPr>
          <a:xfrm>
            <a:off x="5640915" y="1258160"/>
            <a:ext cx="1661539" cy="3600000"/>
            <a:chOff x="5640915" y="1258160"/>
            <a:chExt cx="1661539" cy="3600000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2794C77E-3767-93DA-04D3-C4DB35562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40915" y="1258160"/>
              <a:ext cx="1661539" cy="36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226FE54E-9714-15B2-7E8A-DE66A8F45DF1}"/>
                </a:ext>
              </a:extLst>
            </p:cNvPr>
            <p:cNvSpPr txBox="1"/>
            <p:nvPr/>
          </p:nvSpPr>
          <p:spPr>
            <a:xfrm>
              <a:off x="5666685" y="3844372"/>
              <a:ext cx="1610371" cy="73866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fr-FR" sz="600" dirty="0">
                  <a:latin typeface="Arial" panose="020B0604020202020204" pitchFamily="34" charset="0"/>
                  <a:cs typeface="Arial" panose="020B0604020202020204" pitchFamily="34" charset="0"/>
                </a:rPr>
                <a:t>Étalonnage IMU</a:t>
              </a:r>
            </a:p>
            <a:p>
              <a:r>
                <a:rPr lang="fr-FR" sz="600" dirty="0">
                  <a:latin typeface="Arial" panose="020B0604020202020204" pitchFamily="34" charset="0"/>
                  <a:cs typeface="Arial" panose="020B0604020202020204" pitchFamily="34" charset="0"/>
                </a:rPr>
                <a:t>1. Placez l'appareil sur une surface plane </a:t>
              </a:r>
            </a:p>
            <a:p>
              <a:r>
                <a:rPr lang="fr-FR" sz="600" dirty="0">
                  <a:latin typeface="Arial" panose="020B0604020202020204" pitchFamily="34" charset="0"/>
                  <a:cs typeface="Arial" panose="020B0604020202020204" pitchFamily="34" charset="0"/>
                </a:rPr>
                <a:t>2. Cliquez sur « Étalonnage IMU » </a:t>
              </a:r>
            </a:p>
            <a:p>
              <a:r>
                <a:rPr lang="fr-FR" sz="600" dirty="0">
                  <a:latin typeface="Arial" panose="020B0604020202020204" pitchFamily="34" charset="0"/>
                  <a:cs typeface="Arial" panose="020B0604020202020204" pitchFamily="34" charset="0"/>
                </a:rPr>
                <a:t>3. Attendez que le gyroscope soit étalonné avec succès </a:t>
              </a:r>
            </a:p>
            <a:p>
              <a:r>
                <a:rPr lang="fr-FR" sz="600" dirty="0">
                  <a:latin typeface="Arial" panose="020B0604020202020204" pitchFamily="34" charset="0"/>
                  <a:cs typeface="Arial" panose="020B0604020202020204" pitchFamily="34" charset="0"/>
                </a:rPr>
                <a:t>4. L'appareil renvoie le résultat de l'étalonnage et émet un signal sonore</a:t>
              </a: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73E9C40E-BBD5-27B2-00FB-73A30AB52771}"/>
              </a:ext>
            </a:extLst>
          </p:cNvPr>
          <p:cNvSpPr txBox="1"/>
          <p:nvPr/>
        </p:nvSpPr>
        <p:spPr>
          <a:xfrm>
            <a:off x="4091257" y="4871683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/>
              <a:t>Figure 2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6732234-6BD0-F668-CB31-9C5B6EEB71D6}"/>
              </a:ext>
            </a:extLst>
          </p:cNvPr>
          <p:cNvSpPr txBox="1"/>
          <p:nvPr/>
        </p:nvSpPr>
        <p:spPr>
          <a:xfrm>
            <a:off x="6049152" y="4879931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/>
              <a:t>Figure 3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FC6AEC9-809E-AF6E-3915-0E6814D1065A}"/>
              </a:ext>
            </a:extLst>
          </p:cNvPr>
          <p:cNvSpPr txBox="1"/>
          <p:nvPr/>
        </p:nvSpPr>
        <p:spPr>
          <a:xfrm>
            <a:off x="8028192" y="4879931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/>
              <a:t>Figure 4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60FA0A05-FBF8-0ACD-ECAA-D5D8AA63232E}"/>
              </a:ext>
            </a:extLst>
          </p:cNvPr>
          <p:cNvGrpSpPr/>
          <p:nvPr/>
        </p:nvGrpSpPr>
        <p:grpSpPr>
          <a:xfrm>
            <a:off x="7540086" y="1258160"/>
            <a:ext cx="1662079" cy="3600000"/>
            <a:chOff x="7540086" y="1258160"/>
            <a:chExt cx="1662079" cy="3600000"/>
          </a:xfrm>
        </p:grpSpPr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7F0F3ACE-63B5-CB45-1950-961BA636A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0626" y="1258160"/>
              <a:ext cx="1661539" cy="36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7DC969-B4A5-2EA4-4A5E-C574DC18CCD3}"/>
                </a:ext>
              </a:extLst>
            </p:cNvPr>
            <p:cNvSpPr/>
            <p:nvPr/>
          </p:nvSpPr>
          <p:spPr>
            <a:xfrm>
              <a:off x="7585852" y="1950615"/>
              <a:ext cx="1571086" cy="2131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Rectangle : avec coins arrondis en haut 30">
              <a:extLst>
                <a:ext uri="{FF2B5EF4-FFF2-40B4-BE49-F238E27FC236}">
                  <a16:creationId xmlns:a16="http://schemas.microsoft.com/office/drawing/2014/main" id="{59CA9501-F214-C5BB-F848-6164694273C0}"/>
                </a:ext>
              </a:extLst>
            </p:cNvPr>
            <p:cNvSpPr/>
            <p:nvPr/>
          </p:nvSpPr>
          <p:spPr>
            <a:xfrm>
              <a:off x="7540086" y="4314878"/>
              <a:ext cx="1661539" cy="340468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3" name="Graphique 32" descr="Flèche en cercle contour">
              <a:extLst>
                <a:ext uri="{FF2B5EF4-FFF2-40B4-BE49-F238E27FC236}">
                  <a16:creationId xmlns:a16="http://schemas.microsoft.com/office/drawing/2014/main" id="{DEFDB297-B05D-E9A3-8924-E2812ADC29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85852" y="4345281"/>
              <a:ext cx="279661" cy="279661"/>
            </a:xfrm>
            <a:prstGeom prst="rect">
              <a:avLst/>
            </a:prstGeom>
          </p:spPr>
        </p:pic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3EFD3BBA-CDE4-F779-B518-3AB833286574}"/>
                </a:ext>
              </a:extLst>
            </p:cNvPr>
            <p:cNvSpPr txBox="1"/>
            <p:nvPr/>
          </p:nvSpPr>
          <p:spPr>
            <a:xfrm>
              <a:off x="7768720" y="4378628"/>
              <a:ext cx="12234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800" b="1" dirty="0"/>
                <a:t>Gyroscope calibration</a:t>
              </a:r>
            </a:p>
          </p:txBody>
        </p:sp>
      </p:grpSp>
      <p:pic>
        <p:nvPicPr>
          <p:cNvPr id="37" name="Image 36">
            <a:extLst>
              <a:ext uri="{FF2B5EF4-FFF2-40B4-BE49-F238E27FC236}">
                <a16:creationId xmlns:a16="http://schemas.microsoft.com/office/drawing/2014/main" id="{DF072E79-7DFC-2CD7-8C0E-574F60D91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348" y="1271683"/>
            <a:ext cx="1661539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717284B6-82C9-4C9A-A126-7357A91C69ED}"/>
              </a:ext>
            </a:extLst>
          </p:cNvPr>
          <p:cNvSpPr txBox="1"/>
          <p:nvPr/>
        </p:nvSpPr>
        <p:spPr>
          <a:xfrm>
            <a:off x="9902073" y="4886692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/>
              <a:t>Figure 5</a:t>
            </a:r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475F5E5E-0735-F4C3-4F59-75DFC29068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1611" y="3925733"/>
            <a:ext cx="1627011" cy="7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90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50D0CF3-7F86-FB22-D12E-5A14EDAA1842}"/>
              </a:ext>
            </a:extLst>
          </p:cNvPr>
          <p:cNvSpPr/>
          <p:nvPr/>
        </p:nvSpPr>
        <p:spPr>
          <a:xfrm>
            <a:off x="2048806" y="1106905"/>
            <a:ext cx="6373299" cy="4056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819F6C5-2FBA-A4BA-D94D-373AAE49C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365" y="1210033"/>
            <a:ext cx="1661539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3C49952-D8A6-AF18-B724-90D6C7C1A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589" y="1210033"/>
            <a:ext cx="1661539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1368580-78DC-B76D-98E7-98E0E4495229}"/>
              </a:ext>
            </a:extLst>
          </p:cNvPr>
          <p:cNvSpPr/>
          <p:nvPr/>
        </p:nvSpPr>
        <p:spPr>
          <a:xfrm>
            <a:off x="2443591" y="3877606"/>
            <a:ext cx="1571086" cy="213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164551-CFF8-490F-F290-3E1965A58339}"/>
              </a:ext>
            </a:extLst>
          </p:cNvPr>
          <p:cNvSpPr/>
          <p:nvPr/>
        </p:nvSpPr>
        <p:spPr>
          <a:xfrm>
            <a:off x="4480815" y="2221944"/>
            <a:ext cx="1571086" cy="213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2B2A22D-625B-79C1-FC54-503444ECD146}"/>
              </a:ext>
            </a:extLst>
          </p:cNvPr>
          <p:cNvSpPr txBox="1"/>
          <p:nvPr/>
        </p:nvSpPr>
        <p:spPr>
          <a:xfrm>
            <a:off x="2885931" y="4831804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/>
              <a:t>Figure 1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E2D8D397-7827-CA8C-52F2-37D92541AF71}"/>
              </a:ext>
            </a:extLst>
          </p:cNvPr>
          <p:cNvGrpSpPr/>
          <p:nvPr/>
        </p:nvGrpSpPr>
        <p:grpSpPr>
          <a:xfrm>
            <a:off x="6472813" y="1210033"/>
            <a:ext cx="1661539" cy="3600000"/>
            <a:chOff x="5640915" y="1258160"/>
            <a:chExt cx="1661539" cy="3600000"/>
          </a:xfrm>
        </p:grpSpPr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F86B0B66-46BB-AB69-EDC7-EDAE8D26A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40915" y="1258160"/>
              <a:ext cx="1661539" cy="36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7362623F-2A19-ED69-80AC-BC21043C6BDB}"/>
                </a:ext>
              </a:extLst>
            </p:cNvPr>
            <p:cNvSpPr txBox="1"/>
            <p:nvPr/>
          </p:nvSpPr>
          <p:spPr>
            <a:xfrm>
              <a:off x="5666685" y="3844372"/>
              <a:ext cx="1610371" cy="73866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fr-FR" sz="600" dirty="0">
                  <a:latin typeface="Arial" panose="020B0604020202020204" pitchFamily="34" charset="0"/>
                  <a:cs typeface="Arial" panose="020B0604020202020204" pitchFamily="34" charset="0"/>
                </a:rPr>
                <a:t>Étalonnage IMU</a:t>
              </a:r>
            </a:p>
            <a:p>
              <a:r>
                <a:rPr lang="fr-FR" sz="600" dirty="0">
                  <a:latin typeface="Arial" panose="020B0604020202020204" pitchFamily="34" charset="0"/>
                  <a:cs typeface="Arial" panose="020B0604020202020204" pitchFamily="34" charset="0"/>
                </a:rPr>
                <a:t>1. Placez l'appareil sur une surface plane </a:t>
              </a:r>
            </a:p>
            <a:p>
              <a:r>
                <a:rPr lang="fr-FR" sz="600" dirty="0">
                  <a:latin typeface="Arial" panose="020B0604020202020204" pitchFamily="34" charset="0"/>
                  <a:cs typeface="Arial" panose="020B0604020202020204" pitchFamily="34" charset="0"/>
                </a:rPr>
                <a:t>2. Cliquez sur « Étalonnage IMU » </a:t>
              </a:r>
            </a:p>
            <a:p>
              <a:r>
                <a:rPr lang="fr-FR" sz="600" dirty="0">
                  <a:latin typeface="Arial" panose="020B0604020202020204" pitchFamily="34" charset="0"/>
                  <a:cs typeface="Arial" panose="020B0604020202020204" pitchFamily="34" charset="0"/>
                </a:rPr>
                <a:t>3. Attendez que le gyroscope soit étalonné avec succès </a:t>
              </a:r>
            </a:p>
            <a:p>
              <a:r>
                <a:rPr lang="fr-FR" sz="600" dirty="0">
                  <a:latin typeface="Arial" panose="020B0604020202020204" pitchFamily="34" charset="0"/>
                  <a:cs typeface="Arial" panose="020B0604020202020204" pitchFamily="34" charset="0"/>
                </a:rPr>
                <a:t>4. L'appareil renvoie le résultat de l'étalonnage et émet un signal sonore</a:t>
              </a:r>
            </a:p>
          </p:txBody>
        </p: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07274D4E-5062-D9EE-3A26-790A7AE24790}"/>
              </a:ext>
            </a:extLst>
          </p:cNvPr>
          <p:cNvSpPr txBox="1"/>
          <p:nvPr/>
        </p:nvSpPr>
        <p:spPr>
          <a:xfrm>
            <a:off x="4923155" y="4823556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/>
              <a:t>Figure 2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DB0F76F-887B-6FCE-A6A4-2D8625E18C6F}"/>
              </a:ext>
            </a:extLst>
          </p:cNvPr>
          <p:cNvSpPr txBox="1"/>
          <p:nvPr/>
        </p:nvSpPr>
        <p:spPr>
          <a:xfrm>
            <a:off x="6881050" y="4831804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/>
              <a:t>Figure 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F502EA-C7EA-78A2-6B65-9D492D7ECC2C}"/>
              </a:ext>
            </a:extLst>
          </p:cNvPr>
          <p:cNvSpPr/>
          <p:nvPr/>
        </p:nvSpPr>
        <p:spPr>
          <a:xfrm>
            <a:off x="6518039" y="2435074"/>
            <a:ext cx="1571086" cy="213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608F550-FBF5-69FF-40AD-F474A2F20FCF}"/>
              </a:ext>
            </a:extLst>
          </p:cNvPr>
          <p:cNvSpPr txBox="1"/>
          <p:nvPr/>
        </p:nvSpPr>
        <p:spPr>
          <a:xfrm>
            <a:off x="804397" y="577516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LDS 1</a:t>
            </a:r>
          </a:p>
        </p:txBody>
      </p:sp>
    </p:spTree>
    <p:extLst>
      <p:ext uri="{BB962C8B-B14F-4D97-AF65-F5344CB8AC3E}">
        <p14:creationId xmlns:p14="http://schemas.microsoft.com/office/powerpoint/2010/main" val="198604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AF7C9-4F0F-8F26-31CA-931BE14A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0110A6-3764-6034-ADF4-25D5B1CAA416}"/>
              </a:ext>
            </a:extLst>
          </p:cNvPr>
          <p:cNvSpPr/>
          <p:nvPr/>
        </p:nvSpPr>
        <p:spPr>
          <a:xfrm>
            <a:off x="660019" y="1558965"/>
            <a:ext cx="9364006" cy="3915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8FF40A3-EC9D-3970-6E35-6E7F892CE8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538" y="1601989"/>
            <a:ext cx="1684729" cy="362438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E0C1A04-8994-FCD0-08FD-98B1D2618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19" y="1558965"/>
            <a:ext cx="4785093" cy="36000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3B65835-0A62-A4D3-6074-F892946FF1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911" y="1601989"/>
            <a:ext cx="1667108" cy="3610479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F82723EB-1BAF-DF77-1E07-789F32836AC9}"/>
              </a:ext>
            </a:extLst>
          </p:cNvPr>
          <p:cNvSpPr txBox="1"/>
          <p:nvPr/>
        </p:nvSpPr>
        <p:spPr>
          <a:xfrm>
            <a:off x="2709362" y="5204602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/>
              <a:t>Figure 4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4BCB0D5-F718-3C3D-6954-20445CC37E5A}"/>
              </a:ext>
            </a:extLst>
          </p:cNvPr>
          <p:cNvSpPr txBox="1"/>
          <p:nvPr/>
        </p:nvSpPr>
        <p:spPr>
          <a:xfrm>
            <a:off x="8025699" y="5204602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/>
              <a:t>Figure 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FDDD838-5E0C-D226-ADB5-4C3F33714780}"/>
              </a:ext>
            </a:extLst>
          </p:cNvPr>
          <p:cNvSpPr txBox="1"/>
          <p:nvPr/>
        </p:nvSpPr>
        <p:spPr>
          <a:xfrm>
            <a:off x="6106262" y="5204602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/>
              <a:t>Figure 5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97BBAF8-5CDE-D668-2F28-A64A8FF84669}"/>
              </a:ext>
            </a:extLst>
          </p:cNvPr>
          <p:cNvSpPr txBox="1"/>
          <p:nvPr/>
        </p:nvSpPr>
        <p:spPr>
          <a:xfrm>
            <a:off x="660019" y="581190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LDS 2</a:t>
            </a:r>
          </a:p>
        </p:txBody>
      </p:sp>
    </p:spTree>
    <p:extLst>
      <p:ext uri="{BB962C8B-B14F-4D97-AF65-F5344CB8AC3E}">
        <p14:creationId xmlns:p14="http://schemas.microsoft.com/office/powerpoint/2010/main" val="200025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AD841D3-35E6-0B80-AFD3-91ED531684D3}"/>
              </a:ext>
            </a:extLst>
          </p:cNvPr>
          <p:cNvSpPr txBox="1"/>
          <p:nvPr/>
        </p:nvSpPr>
        <p:spPr>
          <a:xfrm>
            <a:off x="242350" y="365349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AI_calibration_1.png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56252EE-61C4-48D4-1E20-E707D07B9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38" y="1262128"/>
            <a:ext cx="10875924" cy="433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65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666D-D902-41BD-4C76-234D699F0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782CCBC-B53E-A6D0-24CF-3B4ED1B0B09E}"/>
              </a:ext>
            </a:extLst>
          </p:cNvPr>
          <p:cNvSpPr txBox="1"/>
          <p:nvPr/>
        </p:nvSpPr>
        <p:spPr>
          <a:xfrm>
            <a:off x="242350" y="365349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Line_laser_Calibration_0.png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C037113-0FD4-F601-6395-22CBC0139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83" y="1393747"/>
            <a:ext cx="10903633" cy="407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44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7C5FA-7C78-3203-9BB1-D9685CD2D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248C6B3-375B-7403-B9B3-6D96D03F59DA}"/>
              </a:ext>
            </a:extLst>
          </p:cNvPr>
          <p:cNvSpPr txBox="1"/>
          <p:nvPr/>
        </p:nvSpPr>
        <p:spPr>
          <a:xfrm>
            <a:off x="242350" y="365349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Line_laser_Calibration_1.png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CA756E5-CF8C-6A30-68CC-1C64ECA47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406" y="1532294"/>
            <a:ext cx="8429187" cy="379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750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70402-C8A7-091B-6561-3B9D0781C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8A0A031-755B-5F03-6155-9038E571886D}"/>
              </a:ext>
            </a:extLst>
          </p:cNvPr>
          <p:cNvSpPr/>
          <p:nvPr/>
        </p:nvSpPr>
        <p:spPr>
          <a:xfrm>
            <a:off x="694394" y="928150"/>
            <a:ext cx="10457161" cy="49432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38BF3B8-E4AB-0BE3-10AE-60AD87A20B7F}"/>
              </a:ext>
            </a:extLst>
          </p:cNvPr>
          <p:cNvSpPr txBox="1"/>
          <p:nvPr/>
        </p:nvSpPr>
        <p:spPr>
          <a:xfrm>
            <a:off x="242350" y="365349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Line_laser_Calibration_2.png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CD6D1B2-2AD5-43F2-8AB2-60C856818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73" y="1149719"/>
            <a:ext cx="3183805" cy="424230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C0C020F-4671-2B33-53FE-325E4AA0F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190" y="1149719"/>
            <a:ext cx="3187864" cy="425471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AEB2EA4-C844-5225-0D62-8F9B5CDF53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507" y="1150658"/>
            <a:ext cx="3239419" cy="427708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A560DB8-938F-917C-01BF-5A68D7ECDBE7}"/>
              </a:ext>
            </a:extLst>
          </p:cNvPr>
          <p:cNvSpPr txBox="1"/>
          <p:nvPr/>
        </p:nvSpPr>
        <p:spPr>
          <a:xfrm>
            <a:off x="8930349" y="5427745"/>
            <a:ext cx="941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Photo 3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5298508-667D-ABF9-2394-87B633BC88D7}"/>
              </a:ext>
            </a:extLst>
          </p:cNvPr>
          <p:cNvSpPr txBox="1"/>
          <p:nvPr/>
        </p:nvSpPr>
        <p:spPr>
          <a:xfrm>
            <a:off x="5625133" y="5427745"/>
            <a:ext cx="941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Photo 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DFC6ADB-B2B3-B7B0-E8A6-0E1A19C5EA4B}"/>
              </a:ext>
            </a:extLst>
          </p:cNvPr>
          <p:cNvSpPr txBox="1"/>
          <p:nvPr/>
        </p:nvSpPr>
        <p:spPr>
          <a:xfrm>
            <a:off x="2029408" y="5392022"/>
            <a:ext cx="941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Photo 1</a:t>
            </a:r>
          </a:p>
        </p:txBody>
      </p:sp>
    </p:spTree>
    <p:extLst>
      <p:ext uri="{BB962C8B-B14F-4D97-AF65-F5344CB8AC3E}">
        <p14:creationId xmlns:p14="http://schemas.microsoft.com/office/powerpoint/2010/main" val="3100666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8B69571-AD2D-9C96-F392-50A3A0B02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63" y="1508503"/>
            <a:ext cx="3230911" cy="3538485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7F41DEA-4DBD-6995-E19B-E5EB14695538}"/>
              </a:ext>
            </a:extLst>
          </p:cNvPr>
          <p:cNvSpPr/>
          <p:nvPr/>
        </p:nvSpPr>
        <p:spPr>
          <a:xfrm>
            <a:off x="1706880" y="2091689"/>
            <a:ext cx="1219200" cy="169545"/>
          </a:xfrm>
          <a:prstGeom prst="roundRect">
            <a:avLst>
              <a:gd name="adj" fmla="val 50000"/>
            </a:avLst>
          </a:prstGeom>
          <a:solidFill>
            <a:srgbClr val="AB8C5E"/>
          </a:solidFill>
          <a:ln>
            <a:solidFill>
              <a:srgbClr val="AB8C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Extreme Outfacing Side Brush Calibration</a:t>
            </a:r>
            <a:endParaRPr kumimoji="0" lang="fr-FR" sz="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D194175-7C0B-FADC-4CB7-E281F3F409F8}"/>
              </a:ext>
            </a:extLst>
          </p:cNvPr>
          <p:cNvSpPr/>
          <p:nvPr/>
        </p:nvSpPr>
        <p:spPr>
          <a:xfrm>
            <a:off x="1706880" y="2388870"/>
            <a:ext cx="1219200" cy="182880"/>
          </a:xfrm>
          <a:prstGeom prst="roundRect">
            <a:avLst>
              <a:gd name="adj" fmla="val 50000"/>
            </a:avLst>
          </a:prstGeom>
          <a:solidFill>
            <a:srgbClr val="AB8C5E"/>
          </a:solidFill>
          <a:ln>
            <a:solidFill>
              <a:srgbClr val="AB8C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Extreme outfacing mop calibration</a:t>
            </a:r>
            <a:endParaRPr kumimoji="0" lang="fr-FR" sz="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32882C2-816D-D10F-9A68-A5E5A88B2549}"/>
              </a:ext>
            </a:extLst>
          </p:cNvPr>
          <p:cNvSpPr/>
          <p:nvPr/>
        </p:nvSpPr>
        <p:spPr>
          <a:xfrm>
            <a:off x="3332480" y="2091689"/>
            <a:ext cx="1219200" cy="169545"/>
          </a:xfrm>
          <a:prstGeom prst="roundRect">
            <a:avLst>
              <a:gd name="adj" fmla="val 50000"/>
            </a:avLst>
          </a:prstGeom>
          <a:solidFill>
            <a:srgbClr val="AB8C5E"/>
          </a:solidFill>
          <a:ln>
            <a:solidFill>
              <a:srgbClr val="AB8C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Extreme Outfacing Side Brush Calibration</a:t>
            </a:r>
            <a:endParaRPr kumimoji="0" lang="fr-FR" sz="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14B6806-FA75-DC1B-6ECA-2A30B397D9AC}"/>
              </a:ext>
            </a:extLst>
          </p:cNvPr>
          <p:cNvSpPr/>
          <p:nvPr/>
        </p:nvSpPr>
        <p:spPr>
          <a:xfrm>
            <a:off x="3332480" y="2388870"/>
            <a:ext cx="1219200" cy="182880"/>
          </a:xfrm>
          <a:prstGeom prst="roundRect">
            <a:avLst>
              <a:gd name="adj" fmla="val 50000"/>
            </a:avLst>
          </a:prstGeom>
          <a:solidFill>
            <a:srgbClr val="AB8C5E"/>
          </a:solidFill>
          <a:ln>
            <a:solidFill>
              <a:srgbClr val="AB8C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Extreme outfacing mop calibration</a:t>
            </a:r>
            <a:endParaRPr kumimoji="0" lang="fr-FR" sz="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422DEA-7799-B4C3-9AA3-2C7AB9DDD622}"/>
              </a:ext>
            </a:extLst>
          </p:cNvPr>
          <p:cNvSpPr/>
          <p:nvPr/>
        </p:nvSpPr>
        <p:spPr>
          <a:xfrm>
            <a:off x="1599378" y="4722892"/>
            <a:ext cx="30530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EB63794-B789-CD1B-7049-3543DCD13D76}"/>
              </a:ext>
            </a:extLst>
          </p:cNvPr>
          <p:cNvSpPr txBox="1"/>
          <p:nvPr/>
        </p:nvSpPr>
        <p:spPr>
          <a:xfrm>
            <a:off x="1850294" y="4677656"/>
            <a:ext cx="932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Etape 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F86A474-C341-4E0E-2C43-1CBED5EC912E}"/>
              </a:ext>
            </a:extLst>
          </p:cNvPr>
          <p:cNvSpPr txBox="1"/>
          <p:nvPr/>
        </p:nvSpPr>
        <p:spPr>
          <a:xfrm>
            <a:off x="3475894" y="4677656"/>
            <a:ext cx="932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Etape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7FDEFC-0D00-DA0E-226F-480FFDD511C4}"/>
              </a:ext>
            </a:extLst>
          </p:cNvPr>
          <p:cNvSpPr/>
          <p:nvPr/>
        </p:nvSpPr>
        <p:spPr>
          <a:xfrm>
            <a:off x="3251200" y="3891280"/>
            <a:ext cx="1351280" cy="314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1E2620D-1599-72DF-6331-3E8B7369DD1E}"/>
              </a:ext>
            </a:extLst>
          </p:cNvPr>
          <p:cNvSpPr/>
          <p:nvPr/>
        </p:nvSpPr>
        <p:spPr>
          <a:xfrm>
            <a:off x="3332480" y="3896360"/>
            <a:ext cx="1219200" cy="1695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1">
                    <a:lumMod val="95000"/>
                  </a:schemeClr>
                </a:gs>
                <a:gs pos="8300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>
              <a:defRPr/>
            </a:pPr>
            <a:r>
              <a:rPr lang="en-US" sz="500" dirty="0">
                <a:solidFill>
                  <a:schemeClr val="tx1"/>
                </a:solidFill>
              </a:rPr>
              <a:t>Extreme Outfacing Mop Calibration Successful</a:t>
            </a:r>
            <a:endParaRPr kumimoji="0" lang="fr-FR" sz="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5CF2ABF9-09D9-5F15-EE4E-E7FC304810AD}"/>
              </a:ext>
            </a:extLst>
          </p:cNvPr>
          <p:cNvSpPr/>
          <p:nvPr/>
        </p:nvSpPr>
        <p:spPr>
          <a:xfrm>
            <a:off x="1706880" y="3891280"/>
            <a:ext cx="1219200" cy="1695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1">
                    <a:lumMod val="95000"/>
                  </a:schemeClr>
                </a:gs>
                <a:gs pos="8300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>
              <a:defRPr/>
            </a:pPr>
            <a:r>
              <a:rPr lang="en-US" sz="500" dirty="0">
                <a:solidFill>
                  <a:schemeClr val="tx1"/>
                </a:solidFill>
              </a:rPr>
              <a:t>Extreme Outfacing Side Brush Calibration Successful </a:t>
            </a:r>
            <a:endParaRPr kumimoji="0" lang="fr-FR" sz="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7672B3-5060-335E-14EC-53AF30D3052F}"/>
              </a:ext>
            </a:extLst>
          </p:cNvPr>
          <p:cNvSpPr/>
          <p:nvPr/>
        </p:nvSpPr>
        <p:spPr>
          <a:xfrm>
            <a:off x="3291840" y="2346960"/>
            <a:ext cx="1310640" cy="269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256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50A0A41-2E31-9848-9CEB-F044CA847936}"/>
              </a:ext>
            </a:extLst>
          </p:cNvPr>
          <p:cNvSpPr/>
          <p:nvPr/>
        </p:nvSpPr>
        <p:spPr>
          <a:xfrm>
            <a:off x="2507676" y="734681"/>
            <a:ext cx="7461075" cy="5588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8FAA163-0EC5-51B5-4B8B-7E9190F0A35E}"/>
              </a:ext>
            </a:extLst>
          </p:cNvPr>
          <p:cNvSpPr txBox="1"/>
          <p:nvPr/>
        </p:nvSpPr>
        <p:spPr>
          <a:xfrm>
            <a:off x="242350" y="365349"/>
            <a:ext cx="6094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Tof_Cliff_Sensor_2.png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962D962-C09F-99F2-BAE9-43C34F337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99" r="4212"/>
          <a:stretch>
            <a:fillRect/>
          </a:stretch>
        </p:blipFill>
        <p:spPr>
          <a:xfrm>
            <a:off x="4262650" y="794282"/>
            <a:ext cx="3687215" cy="552901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9596D1B-87AA-7A16-DD3E-31A251B5F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70071" y="2355783"/>
            <a:ext cx="4172558" cy="19770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658647E-4642-C21E-919C-A7E0A8A8BA57}"/>
              </a:ext>
            </a:extLst>
          </p:cNvPr>
          <p:cNvSpPr/>
          <p:nvPr/>
        </p:nvSpPr>
        <p:spPr>
          <a:xfrm>
            <a:off x="3276600" y="1743075"/>
            <a:ext cx="533400" cy="6572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B8A923-11F2-00F4-FC8E-814967F9EB78}"/>
              </a:ext>
            </a:extLst>
          </p:cNvPr>
          <p:cNvSpPr/>
          <p:nvPr/>
        </p:nvSpPr>
        <p:spPr>
          <a:xfrm>
            <a:off x="3122949" y="4286250"/>
            <a:ext cx="533400" cy="6572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10A709AD-0F8D-203D-B251-A4D4B60DB718}"/>
              </a:ext>
            </a:extLst>
          </p:cNvPr>
          <p:cNvCxnSpPr/>
          <p:nvPr/>
        </p:nvCxnSpPr>
        <p:spPr>
          <a:xfrm flipH="1">
            <a:off x="3656349" y="3752850"/>
            <a:ext cx="1077576" cy="8477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829CF879-1EEE-125A-2157-B62445564B0B}"/>
              </a:ext>
            </a:extLst>
          </p:cNvPr>
          <p:cNvCxnSpPr>
            <a:cxnSpLocks/>
          </p:cNvCxnSpPr>
          <p:nvPr/>
        </p:nvCxnSpPr>
        <p:spPr>
          <a:xfrm flipH="1" flipV="1">
            <a:off x="3810000" y="2030127"/>
            <a:ext cx="988540" cy="8552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05DD2BB6-E6F8-6E84-11C9-063FA71F7F05}"/>
              </a:ext>
            </a:extLst>
          </p:cNvPr>
          <p:cNvSpPr txBox="1"/>
          <p:nvPr/>
        </p:nvSpPr>
        <p:spPr>
          <a:xfrm>
            <a:off x="2507676" y="1219713"/>
            <a:ext cx="8819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b="1" dirty="0">
                <a:solidFill>
                  <a:srgbClr val="00B050"/>
                </a:solidFill>
              </a:rPr>
              <a:t>OK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2C606B19-D6B5-6AB0-A113-C4D395CA49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76649" y="1326938"/>
            <a:ext cx="1311148" cy="410366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90E7A3C-7D0C-E612-9F2A-BF89FCEF1EA4}"/>
              </a:ext>
            </a:extLst>
          </p:cNvPr>
          <p:cNvSpPr/>
          <p:nvPr/>
        </p:nvSpPr>
        <p:spPr>
          <a:xfrm>
            <a:off x="8065522" y="3095624"/>
            <a:ext cx="599667" cy="1057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CC2DA88-08A8-54E4-82FD-C42164C39216}"/>
              </a:ext>
            </a:extLst>
          </p:cNvPr>
          <p:cNvSpPr txBox="1"/>
          <p:nvPr/>
        </p:nvSpPr>
        <p:spPr>
          <a:xfrm>
            <a:off x="8665189" y="972995"/>
            <a:ext cx="13035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b="1" dirty="0">
                <a:solidFill>
                  <a:srgbClr val="FF0000"/>
                </a:solidFill>
              </a:rPr>
              <a:t>NON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D0D1AA8-8CE7-F87C-DB55-3EEB0918190D}"/>
              </a:ext>
            </a:extLst>
          </p:cNvPr>
          <p:cNvSpPr txBox="1"/>
          <p:nvPr/>
        </p:nvSpPr>
        <p:spPr>
          <a:xfrm>
            <a:off x="2775511" y="5417387"/>
            <a:ext cx="1650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Capteurs noirs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441B33D-0765-5574-CA46-699B975E8DFE}"/>
              </a:ext>
            </a:extLst>
          </p:cNvPr>
          <p:cNvSpPr txBox="1"/>
          <p:nvPr/>
        </p:nvSpPr>
        <p:spPr>
          <a:xfrm>
            <a:off x="7949865" y="5417387"/>
            <a:ext cx="1454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Capteurs </a:t>
            </a:r>
          </a:p>
          <a:p>
            <a:r>
              <a:rPr lang="fr-FR" dirty="0"/>
              <a:t>transparents</a:t>
            </a:r>
          </a:p>
        </p:txBody>
      </p:sp>
    </p:spTree>
    <p:extLst>
      <p:ext uri="{BB962C8B-B14F-4D97-AF65-F5344CB8AC3E}">
        <p14:creationId xmlns:p14="http://schemas.microsoft.com/office/powerpoint/2010/main" val="4251678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37B86BF-86BA-13C3-C914-8E088A856C0F}"/>
              </a:ext>
            </a:extLst>
          </p:cNvPr>
          <p:cNvSpPr txBox="1"/>
          <p:nvPr/>
        </p:nvSpPr>
        <p:spPr>
          <a:xfrm>
            <a:off x="1371599" y="1305342"/>
            <a:ext cx="96297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fr-FR" dirty="0"/>
              <a:t>Nous avons créé un nouvel outil de test de port série plus facile à utiliser et pour détecter les pannes que SSCOM5. Veuillez apprendre à l'utiliser.</a:t>
            </a:r>
          </a:p>
          <a:p>
            <a:pPr rtl="0">
              <a:buNone/>
            </a:pPr>
            <a:r>
              <a:rPr lang="fr-FR" dirty="0"/>
              <a:t>Lien du guide : </a:t>
            </a:r>
            <a:r>
              <a:rPr lang="fr-FR" dirty="0">
                <a:hlinkClick r:id="rId2" tooltip="https://docs.google.com/presentation/d/11qsekhza9vy4dlirz05z8qolxi7ntnmd/edit"/>
              </a:rPr>
              <a:t>SOP de l'Diagnosis.pptx après-vente - Google </a:t>
            </a:r>
            <a:r>
              <a:rPr lang="fr-FR" dirty="0" err="1">
                <a:hlinkClick r:id="rId2" tooltip="https://docs.google.com/presentation/d/11qsekhza9vy4dlirz05z8qolxi7ntnmd/edit"/>
              </a:rPr>
              <a:t>幻灯片</a:t>
            </a:r>
            <a:endParaRPr lang="fr-FR" dirty="0"/>
          </a:p>
          <a:p>
            <a:pPr rtl="0">
              <a:buNone/>
            </a:pPr>
            <a:r>
              <a:rPr lang="fr-FR" dirty="0"/>
              <a:t>Lien outil : </a:t>
            </a:r>
            <a:r>
              <a:rPr lang="fr-FR" dirty="0">
                <a:hlinkClick r:id="rId3" tooltip="https://diag-eu.dreame.tech/#/login"/>
              </a:rPr>
              <a:t>https://diag-eu.dreame.tech/#/login</a:t>
            </a:r>
            <a:endParaRPr lang="fr-FR" dirty="0"/>
          </a:p>
          <a:p>
            <a:pPr rtl="0">
              <a:buNone/>
            </a:pPr>
            <a:r>
              <a:rPr lang="fr-FR" dirty="0"/>
              <a:t> </a:t>
            </a:r>
          </a:p>
          <a:p>
            <a:pPr rtl="0">
              <a:buNone/>
            </a:pPr>
            <a:r>
              <a:rPr lang="fr-FR" b="1" dirty="0"/>
              <a:t>Compte : fct_eu_user_15</a:t>
            </a:r>
            <a:endParaRPr lang="fr-FR" dirty="0"/>
          </a:p>
          <a:p>
            <a:pPr rtl="0">
              <a:buNone/>
            </a:pPr>
            <a:r>
              <a:rPr lang="fr-FR" b="1" dirty="0"/>
              <a:t>Mot de passe : </a:t>
            </a:r>
            <a:r>
              <a:rPr lang="fr-FR" b="1" dirty="0">
                <a:effectLst/>
              </a:rPr>
              <a:t>UB84DW8CSP</a:t>
            </a:r>
            <a:endParaRPr lang="fr-FR" dirty="0"/>
          </a:p>
          <a:p>
            <a:pPr rtl="0">
              <a:buNone/>
            </a:pPr>
            <a:r>
              <a:rPr lang="fr-FR" dirty="0"/>
              <a:t> </a:t>
            </a:r>
          </a:p>
          <a:p>
            <a:pPr rtl="0">
              <a:buNone/>
            </a:pPr>
            <a:r>
              <a:rPr lang="fr-FR" dirty="0"/>
              <a:t>Pour l' </a:t>
            </a:r>
            <a:r>
              <a:rPr lang="fr-FR" b="1" dirty="0"/>
              <a:t>outil de diagnostic </a:t>
            </a:r>
            <a:r>
              <a:rPr lang="fr-FR" dirty="0"/>
              <a:t>et</a:t>
            </a:r>
            <a:r>
              <a:rPr lang="fr-FR" b="1" dirty="0"/>
              <a:t> le test de fonction de la station</a:t>
            </a:r>
            <a:r>
              <a:rPr lang="fr-FR" dirty="0"/>
              <a:t>, nous sommes en train de développer. Avant de le lancer, merci de continuer à utiliser SSCOM5.</a:t>
            </a:r>
          </a:p>
          <a:p>
            <a:pPr rtl="0">
              <a:buNone/>
            </a:pPr>
            <a:r>
              <a:rPr lang="fr-FR" dirty="0"/>
              <a:t>N'hésitez pas à nous donner votre avis si vous avez des questions concernant son utilisation.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9608A7-3E27-6FFD-46D6-33EC3A11CA6D}"/>
              </a:ext>
            </a:extLst>
          </p:cNvPr>
          <p:cNvSpPr txBox="1"/>
          <p:nvPr/>
        </p:nvSpPr>
        <p:spPr>
          <a:xfrm>
            <a:off x="495300" y="419100"/>
            <a:ext cx="2626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Pour les robots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84239CA-1CD7-958A-585F-4D1017829979}"/>
              </a:ext>
            </a:extLst>
          </p:cNvPr>
          <p:cNvSpPr txBox="1"/>
          <p:nvPr/>
        </p:nvSpPr>
        <p:spPr>
          <a:xfrm>
            <a:off x="1732547" y="5273269"/>
            <a:ext cx="2513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R9419A57HEU0521633</a:t>
            </a:r>
          </a:p>
        </p:txBody>
      </p:sp>
    </p:spTree>
    <p:extLst>
      <p:ext uri="{BB962C8B-B14F-4D97-AF65-F5344CB8AC3E}">
        <p14:creationId xmlns:p14="http://schemas.microsoft.com/office/powerpoint/2010/main" val="1381340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D5A3C7C-EDC3-AA15-373C-106D993F63C5}"/>
              </a:ext>
            </a:extLst>
          </p:cNvPr>
          <p:cNvSpPr txBox="1"/>
          <p:nvPr/>
        </p:nvSpPr>
        <p:spPr>
          <a:xfrm>
            <a:off x="604837" y="2222570"/>
            <a:ext cx="109823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fr-FR" dirty="0"/>
              <a:t>Une nouvelle notification technique 2026.0901 a été publiée :</a:t>
            </a:r>
          </a:p>
          <a:p>
            <a:pPr rtl="0">
              <a:buNone/>
            </a:pPr>
            <a:r>
              <a:rPr lang="fr-FR" dirty="0"/>
              <a:t>(1) La tondeuse à gazon </a:t>
            </a:r>
            <a:r>
              <a:rPr lang="fr-FR" dirty="0" err="1"/>
              <a:t>Dreame</a:t>
            </a:r>
            <a:r>
              <a:rPr lang="fr-FR" dirty="0"/>
              <a:t> peut ensuite être déliée grâce à cet outil, sans avoir besoin de contacter le support technique </a:t>
            </a:r>
            <a:r>
              <a:rPr lang="fr-FR" dirty="0" err="1"/>
              <a:t>Dreame</a:t>
            </a:r>
            <a:r>
              <a:rPr lang="fr-FR" dirty="0"/>
              <a:t>.</a:t>
            </a:r>
          </a:p>
          <a:p>
            <a:pPr rtl="0">
              <a:buNone/>
            </a:pPr>
            <a:r>
              <a:rPr lang="fr-FR" b="1" dirty="0"/>
              <a:t>URL du site web :</a:t>
            </a:r>
            <a:r>
              <a:rPr lang="fr-FR" dirty="0">
                <a:hlinkClick r:id="rId2" tooltip="https://mova-care-eu.mova-tech.com/"/>
              </a:rPr>
              <a:t> https://mova-care-eu.mova-tech.com/</a:t>
            </a:r>
            <a:endParaRPr lang="fr-FR" dirty="0"/>
          </a:p>
          <a:p>
            <a:pPr rtl="0">
              <a:buNone/>
            </a:pPr>
            <a:r>
              <a:rPr lang="fr-FR" b="1" dirty="0"/>
              <a:t>compte : DREAME00122</a:t>
            </a:r>
            <a:endParaRPr lang="fr-FR" dirty="0"/>
          </a:p>
          <a:p>
            <a:pPr rtl="0">
              <a:buNone/>
            </a:pPr>
            <a:r>
              <a:rPr lang="fr-FR" b="1" dirty="0"/>
              <a:t>mot de passe : 123456</a:t>
            </a:r>
            <a:endParaRPr lang="fr-FR" dirty="0"/>
          </a:p>
          <a:p>
            <a:pPr rtl="0">
              <a:buNone/>
            </a:pPr>
            <a:r>
              <a:rPr lang="fr-FR" dirty="0"/>
              <a:t> </a:t>
            </a:r>
          </a:p>
          <a:p>
            <a:pPr rtl="0">
              <a:buNone/>
            </a:pPr>
            <a:r>
              <a:rPr lang="fr-FR" dirty="0"/>
              <a:t>(2) Pour la série </a:t>
            </a:r>
            <a:r>
              <a:rPr lang="fr-FR" dirty="0" err="1"/>
              <a:t>Dreame</a:t>
            </a:r>
            <a:r>
              <a:rPr lang="fr-FR" dirty="0"/>
              <a:t> </a:t>
            </a:r>
            <a:r>
              <a:rPr lang="fr-FR" dirty="0" err="1"/>
              <a:t>wet&amp;dry</a:t>
            </a:r>
            <a:r>
              <a:rPr lang="fr-FR" dirty="0"/>
              <a:t> Vacuum T-série et le mélange H15, nous avons publié de nouveaux outils de diagnostic pour aider à résoudre les problèmes ; veuillez consulter la notification technique pour plus de détails. </a:t>
            </a:r>
            <a:r>
              <a:rPr lang="fr-FR" dirty="0">
                <a:hlinkClick r:id="rId3" tooltip="https://docs.google.com/presentation/d/1jzi6pmy9b7s8dgzz-p0ricnit_7kywfg/edit?usp=drive_link&amp;ouid=105729334306758008218&amp;rtpof=true&amp;sd=true"/>
              </a:rPr>
              <a:t>Notification technique 2026.0901.pptx - Google </a:t>
            </a:r>
            <a:r>
              <a:rPr lang="fr-FR" dirty="0" err="1">
                <a:hlinkClick r:id="rId3" tooltip="https://docs.google.com/presentation/d/1jzi6pmy9b7s8dgzz-p0ricnit_7kywfg/edit?usp=drive_link&amp;ouid=105729334306758008218&amp;rtpof=true&amp;sd=true"/>
              </a:rPr>
              <a:t>幻灯片</a:t>
            </a:r>
            <a:endParaRPr lang="fr-FR" dirty="0"/>
          </a:p>
          <a:p>
            <a:pPr rtl="0">
              <a:buNone/>
            </a:pPr>
            <a:r>
              <a:rPr lang="fr-FR" dirty="0"/>
              <a:t> </a:t>
            </a:r>
          </a:p>
          <a:p>
            <a:pPr rtl="0">
              <a:buNone/>
            </a:pPr>
            <a:r>
              <a:rPr lang="fr-FR" dirty="0"/>
              <a:t>(3) Pour l'outil de diagnostic de l'aspirateur robotique, après le diagnostic, vous pouvez vérifier le code d'erreur et trouver une suggestion dans le tableau ci-dessous. </a:t>
            </a:r>
            <a:r>
              <a:rPr lang="fr-FR" dirty="0">
                <a:hlinkClick r:id="rId4" tooltip="https://drive.google.com/drive/folders/1p_i0a_iisyasma8xs-asywf78veecdcf?usp=drive_link"/>
              </a:rPr>
              <a:t>https://drive.google.com/drive/folders/1p_i0a_IisyAsma8XS-aSYWf78veECDcf?usp=drive_link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B0F0183-5740-7C0B-8307-29E3B75E0DD5}"/>
              </a:ext>
            </a:extLst>
          </p:cNvPr>
          <p:cNvSpPr txBox="1"/>
          <p:nvPr/>
        </p:nvSpPr>
        <p:spPr>
          <a:xfrm>
            <a:off x="495299" y="419100"/>
            <a:ext cx="759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Pour les balais depuis H15 mixte puis </a:t>
            </a:r>
            <a:r>
              <a:rPr lang="fr-FR" dirty="0" err="1"/>
              <a:t>serie</a:t>
            </a:r>
            <a:r>
              <a:rPr lang="fr-FR" dirty="0"/>
              <a:t> T16 et plus </a:t>
            </a:r>
          </a:p>
        </p:txBody>
      </p:sp>
    </p:spTree>
    <p:extLst>
      <p:ext uri="{BB962C8B-B14F-4D97-AF65-F5344CB8AC3E}">
        <p14:creationId xmlns:p14="http://schemas.microsoft.com/office/powerpoint/2010/main" val="2067796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BFA7E42-71FF-FEEF-B212-868FD643F24C}"/>
              </a:ext>
            </a:extLst>
          </p:cNvPr>
          <p:cNvSpPr txBox="1"/>
          <p:nvPr/>
        </p:nvSpPr>
        <p:spPr>
          <a:xfrm>
            <a:off x="357510" y="364385"/>
            <a:ext cx="116053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effectLst/>
              </a:rPr>
              <a:t>écris un prompt pour </a:t>
            </a:r>
            <a:r>
              <a:rPr lang="fr-FR" dirty="0" err="1">
                <a:effectLst/>
              </a:rPr>
              <a:t>claude</a:t>
            </a:r>
            <a:r>
              <a:rPr lang="fr-FR" dirty="0">
                <a:effectLst/>
              </a:rPr>
              <a:t> : je veux créer un accès a divers drive / </a:t>
            </a:r>
            <a:r>
              <a:rPr lang="fr-FR" dirty="0" err="1">
                <a:effectLst/>
              </a:rPr>
              <a:t>sharepoint</a:t>
            </a:r>
            <a:r>
              <a:rPr lang="fr-FR" dirty="0">
                <a:effectLst/>
              </a:rPr>
              <a:t> constructeur, sur la page d'</a:t>
            </a:r>
            <a:r>
              <a:rPr lang="fr-FR" dirty="0" err="1">
                <a:effectLst/>
              </a:rPr>
              <a:t>acceuil</a:t>
            </a:r>
            <a:r>
              <a:rPr lang="fr-FR" dirty="0">
                <a:effectLst/>
              </a:rPr>
              <a:t>, je veux pourvoir choisir le constructeur en clique sur l'image logo de la marque. Je veux une esthétique FNAC DARTY (</a:t>
            </a:r>
            <a:r>
              <a:rPr lang="en-US" dirty="0">
                <a:effectLst/>
              </a:rPr>
              <a:t>Rouge : #D4151B2 ; Orange : #EEA31E3 ; Noir : #0000004 ; Blanc : #FFFFFF5 ; Gris : #A6A6A6), les logos des marques </a:t>
            </a:r>
            <a:r>
              <a:rPr lang="en-US" dirty="0" err="1">
                <a:effectLst/>
              </a:rPr>
              <a:t>seront</a:t>
            </a:r>
            <a:r>
              <a:rPr lang="en-US" dirty="0">
                <a:effectLst/>
              </a:rPr>
              <a:t> range dans un dossier image de GITHUB </a:t>
            </a:r>
            <a:r>
              <a:rPr lang="en-US" dirty="0" err="1">
                <a:effectLst/>
              </a:rPr>
              <a:t>celle</a:t>
            </a:r>
            <a:r>
              <a:rPr lang="en-US" dirty="0">
                <a:effectLst/>
              </a:rPr>
              <a:t> qui se </a:t>
            </a:r>
            <a:r>
              <a:rPr lang="en-US" dirty="0" err="1">
                <a:effectLst/>
              </a:rPr>
              <a:t>trouve</a:t>
            </a:r>
            <a:r>
              <a:rPr lang="en-US" dirty="0">
                <a:effectLst/>
              </a:rPr>
              <a:t> dans le dossier “C:\Users\</a:t>
            </a:r>
            <a:r>
              <a:rPr lang="en-US" dirty="0" err="1">
                <a:effectLst/>
              </a:rPr>
              <a:t>jerom</a:t>
            </a:r>
            <a:r>
              <a:rPr lang="en-US" dirty="0">
                <a:effectLst/>
              </a:rPr>
              <a:t>\OneDrive - FNAC\Documents\Claude\Projects\HUB Drive </a:t>
            </a:r>
            <a:r>
              <a:rPr lang="en-US" dirty="0" err="1">
                <a:effectLst/>
              </a:rPr>
              <a:t>constructeurs</a:t>
            </a:r>
            <a:r>
              <a:rPr lang="en-US" dirty="0">
                <a:effectLst/>
              </a:rPr>
              <a:t>\IMAGES\”</a:t>
            </a:r>
            <a:endParaRPr lang="fr-FR"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EBE8CFA1-1691-2E05-F8B0-5E7A0957DF92}"/>
              </a:ext>
            </a:extLst>
          </p:cNvPr>
          <p:cNvGrpSpPr/>
          <p:nvPr/>
        </p:nvGrpSpPr>
        <p:grpSpPr>
          <a:xfrm>
            <a:off x="690040" y="2594263"/>
            <a:ext cx="1518108" cy="369332"/>
            <a:chOff x="2915080" y="5424523"/>
            <a:chExt cx="1518108" cy="369332"/>
          </a:xfrm>
        </p:grpSpPr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723A43A3-F9E4-F267-90E1-544D63A8C0D5}"/>
                </a:ext>
              </a:extLst>
            </p:cNvPr>
            <p:cNvSpPr txBox="1"/>
            <p:nvPr/>
          </p:nvSpPr>
          <p:spPr>
            <a:xfrm>
              <a:off x="2915080" y="5424523"/>
              <a:ext cx="15181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rgbClr val="EEA31E"/>
                  </a:solidFill>
                </a:rPr>
                <a:t>FNAC</a:t>
              </a:r>
              <a:r>
                <a:rPr lang="fr-FR" b="1" dirty="0"/>
                <a:t> </a:t>
              </a:r>
              <a:r>
                <a:rPr lang="fr-FR" b="1" dirty="0">
                  <a:solidFill>
                    <a:srgbClr val="D4151B"/>
                  </a:solidFill>
                </a:rPr>
                <a:t>DARTY</a:t>
              </a:r>
            </a:p>
          </p:txBody>
        </p: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49845557-7134-2C5D-951F-D9FF1A1918FE}"/>
                </a:ext>
              </a:extLst>
            </p:cNvPr>
            <p:cNvCxnSpPr>
              <a:cxnSpLocks/>
            </p:cNvCxnSpPr>
            <p:nvPr/>
          </p:nvCxnSpPr>
          <p:spPr>
            <a:xfrm>
              <a:off x="3330375" y="5764426"/>
              <a:ext cx="687519" cy="0"/>
            </a:xfrm>
            <a:prstGeom prst="line">
              <a:avLst/>
            </a:prstGeom>
            <a:ln w="50800">
              <a:gradFill flip="none" rotWithShape="1">
                <a:gsLst>
                  <a:gs pos="0">
                    <a:srgbClr val="D4151B"/>
                  </a:gs>
                  <a:gs pos="40000">
                    <a:srgbClr val="D4151B"/>
                  </a:gs>
                  <a:gs pos="54000">
                    <a:srgbClr val="EEA31E"/>
                  </a:gs>
                  <a:gs pos="100000">
                    <a:srgbClr val="EEA31E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D24907C4-C0C5-0AE9-0AF0-6440943C0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871304"/>
              </p:ext>
            </p:extLst>
          </p:nvPr>
        </p:nvGraphicFramePr>
        <p:xfrm>
          <a:off x="594360" y="3085465"/>
          <a:ext cx="4672584" cy="2194560"/>
        </p:xfrm>
        <a:graphic>
          <a:graphicData uri="http://schemas.openxmlformats.org/drawingml/2006/table">
            <a:tbl>
              <a:tblPr/>
              <a:tblGrid>
                <a:gridCol w="2336292">
                  <a:extLst>
                    <a:ext uri="{9D8B030D-6E8A-4147-A177-3AD203B41FA5}">
                      <a16:colId xmlns:a16="http://schemas.microsoft.com/office/drawing/2014/main" val="1558648975"/>
                    </a:ext>
                  </a:extLst>
                </a:gridCol>
                <a:gridCol w="2336292">
                  <a:extLst>
                    <a:ext uri="{9D8B030D-6E8A-4147-A177-3AD203B41FA5}">
                      <a16:colId xmlns:a16="http://schemas.microsoft.com/office/drawing/2014/main" val="3407392646"/>
                    </a:ext>
                  </a:extLst>
                </a:gridCol>
              </a:tblGrid>
              <a:tr h="226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Couleur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Code </a:t>
                      </a:r>
                      <a:r>
                        <a:rPr lang="fr-FR" dirty="0" err="1">
                          <a:effectLst/>
                        </a:rPr>
                        <a:t>Hex</a:t>
                      </a:r>
                      <a:endParaRPr lang="fr-FR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819952"/>
                  </a:ext>
                </a:extLst>
              </a:tr>
              <a:tr h="226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Rouge Fnac Darty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#D4151B</a:t>
                      </a:r>
                      <a:endParaRPr lang="fr-FR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750140"/>
                  </a:ext>
                </a:extLst>
              </a:tr>
              <a:tr h="226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Orange Fnac Darty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#EEA31E</a:t>
                      </a:r>
                      <a:endParaRPr lang="fr-FR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91685"/>
                  </a:ext>
                </a:extLst>
              </a:tr>
              <a:tr h="226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Blanc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effectLst/>
                        </a:rPr>
                        <a:t>#FFFFFF</a:t>
                      </a:r>
                      <a:endParaRPr lang="fr-FR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103540"/>
                  </a:ext>
                </a:extLst>
              </a:tr>
              <a:tr h="226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Noir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#000000</a:t>
                      </a:r>
                      <a:endParaRPr lang="fr-FR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956539"/>
                  </a:ext>
                </a:extLst>
              </a:tr>
              <a:tr h="226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Gris dégradé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b="1" dirty="0">
                          <a:effectLst/>
                        </a:rPr>
                        <a:t>#A6A6A6</a:t>
                      </a:r>
                      <a:endParaRPr lang="fr-FR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78918"/>
                  </a:ext>
                </a:extLst>
              </a:tr>
            </a:tbl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9A985B9-A6FB-A86D-4BDB-5C504A080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4486"/>
              </p:ext>
            </p:extLst>
          </p:nvPr>
        </p:nvGraphicFramePr>
        <p:xfrm>
          <a:off x="6303264" y="3640200"/>
          <a:ext cx="3962400" cy="1564744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1878693838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500267489"/>
                    </a:ext>
                  </a:extLst>
                </a:gridCol>
              </a:tblGrid>
              <a:tr h="39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Couleur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Code </a:t>
                      </a:r>
                      <a:r>
                        <a:rPr lang="fr-FR" dirty="0" err="1">
                          <a:effectLst/>
                        </a:rPr>
                        <a:t>Hex</a:t>
                      </a:r>
                      <a:endParaRPr lang="fr-FR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755114"/>
                  </a:ext>
                </a:extLst>
              </a:tr>
              <a:tr h="39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Bleu Dreame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#2669C2</a:t>
                      </a:r>
                      <a:endParaRPr lang="fr-FR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841814"/>
                  </a:ext>
                </a:extLst>
              </a:tr>
              <a:tr h="39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Gris Dreame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#B1B3B8</a:t>
                      </a:r>
                      <a:endParaRPr lang="fr-FR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3975"/>
                  </a:ext>
                </a:extLst>
              </a:tr>
              <a:tr h="39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Noir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b="1" dirty="0">
                          <a:effectLst/>
                        </a:rPr>
                        <a:t>#000000</a:t>
                      </a:r>
                      <a:endParaRPr lang="fr-FR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072241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7776D6A3-F222-2E91-8CDD-7E5027689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264" y="3217800"/>
            <a:ext cx="1524000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29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5682136-C00F-6A14-BC17-CCDC924AB014}"/>
              </a:ext>
            </a:extLst>
          </p:cNvPr>
          <p:cNvSpPr txBox="1"/>
          <p:nvPr/>
        </p:nvSpPr>
        <p:spPr>
          <a:xfrm>
            <a:off x="563764" y="3107554"/>
            <a:ext cx="11103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Drive </a:t>
            </a:r>
            <a:r>
              <a:rPr lang="fr-FR" dirty="0" err="1"/>
              <a:t>Roborock</a:t>
            </a:r>
            <a:r>
              <a:rPr lang="fr-FR" dirty="0"/>
              <a:t> : </a:t>
            </a:r>
            <a:r>
              <a:rPr lang="fr-FR" dirty="0">
                <a:hlinkClick r:id="rId2"/>
              </a:rPr>
              <a:t>https://drive.google.com/drive/folders/1iwaJV3JR-SVnkzV84TaJihxgcN3yGwh8</a:t>
            </a:r>
            <a:r>
              <a:rPr lang="fr-FR" dirty="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ED078CE-1D2F-D069-5BC2-B5FB02F7A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49" y="441408"/>
            <a:ext cx="1524000" cy="2000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6DB2180-D455-6F25-A241-3D5CC501D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285" y="317433"/>
            <a:ext cx="2097035" cy="324000"/>
          </a:xfrm>
          <a:prstGeom prst="rect">
            <a:avLst/>
          </a:prstGeom>
        </p:spPr>
      </p:pic>
      <p:pic>
        <p:nvPicPr>
          <p:cNvPr id="8" name="Image 7" descr="tineco-site">
            <a:extLst>
              <a:ext uri="{FF2B5EF4-FFF2-40B4-BE49-F238E27FC236}">
                <a16:creationId xmlns:a16="http://schemas.microsoft.com/office/drawing/2014/main" id="{AB2C8B3D-6D0E-DECA-3423-6348B504A5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2714" y="303220"/>
            <a:ext cx="2019300" cy="35242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0DAFA6C-E5E8-4D26-89AD-DB2B736A6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229" y="239474"/>
            <a:ext cx="2729592" cy="545918"/>
          </a:xfrm>
          <a:prstGeom prst="rect">
            <a:avLst/>
          </a:prstGeom>
        </p:spPr>
      </p:pic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6716E840-C4CC-AF27-8F25-576AB2202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077187"/>
              </p:ext>
            </p:extLst>
          </p:nvPr>
        </p:nvGraphicFramePr>
        <p:xfrm>
          <a:off x="877789" y="1306062"/>
          <a:ext cx="2788920" cy="1657533"/>
        </p:xfrm>
        <a:graphic>
          <a:graphicData uri="http://schemas.openxmlformats.org/drawingml/2006/table">
            <a:tbl>
              <a:tblPr/>
              <a:tblGrid>
                <a:gridCol w="1394460">
                  <a:extLst>
                    <a:ext uri="{9D8B030D-6E8A-4147-A177-3AD203B41FA5}">
                      <a16:colId xmlns:a16="http://schemas.microsoft.com/office/drawing/2014/main" val="2184941356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1376340872"/>
                    </a:ext>
                  </a:extLst>
                </a:gridCol>
              </a:tblGrid>
              <a:tr h="377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Beige / Or Laurastar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effectLst/>
                        </a:rPr>
                        <a:t>#DEA468</a:t>
                      </a:r>
                      <a:endParaRPr lang="fr-FR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652493"/>
                  </a:ext>
                </a:extLst>
              </a:tr>
              <a:tr h="377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Bleu Laurastar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#7CBADF</a:t>
                      </a:r>
                      <a:endParaRPr lang="fr-FR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329837"/>
                  </a:ext>
                </a:extLst>
              </a:tr>
              <a:tr h="377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Noir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b="1" dirty="0">
                          <a:effectLst/>
                        </a:rPr>
                        <a:t>#000000</a:t>
                      </a:r>
                      <a:endParaRPr lang="fr-FR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415393"/>
                  </a:ext>
                </a:extLst>
              </a:tr>
            </a:tbl>
          </a:graphicData>
        </a:graphic>
      </p:graphicFrame>
      <p:pic>
        <p:nvPicPr>
          <p:cNvPr id="23" name="Image 22">
            <a:extLst>
              <a:ext uri="{FF2B5EF4-FFF2-40B4-BE49-F238E27FC236}">
                <a16:creationId xmlns:a16="http://schemas.microsoft.com/office/drawing/2014/main" id="{E3D302BE-12C4-3EA5-2794-E670A885C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89" y="910083"/>
            <a:ext cx="2097035" cy="324000"/>
          </a:xfrm>
          <a:prstGeom prst="rect">
            <a:avLst/>
          </a:prstGeom>
        </p:spPr>
      </p:pic>
      <p:graphicFrame>
        <p:nvGraphicFramePr>
          <p:cNvPr id="24" name="Tableau 23">
            <a:extLst>
              <a:ext uri="{FF2B5EF4-FFF2-40B4-BE49-F238E27FC236}">
                <a16:creationId xmlns:a16="http://schemas.microsoft.com/office/drawing/2014/main" id="{3FDA9BB2-CE34-7EB9-D696-8E83EE2A9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357233"/>
              </p:ext>
            </p:extLst>
          </p:nvPr>
        </p:nvGraphicFramePr>
        <p:xfrm>
          <a:off x="826008" y="4074446"/>
          <a:ext cx="4329367" cy="1877670"/>
        </p:xfrm>
        <a:graphic>
          <a:graphicData uri="http://schemas.openxmlformats.org/drawingml/2006/table">
            <a:tbl>
              <a:tblPr/>
              <a:tblGrid>
                <a:gridCol w="2422843">
                  <a:extLst>
                    <a:ext uri="{9D8B030D-6E8A-4147-A177-3AD203B41FA5}">
                      <a16:colId xmlns:a16="http://schemas.microsoft.com/office/drawing/2014/main" val="3646609793"/>
                    </a:ext>
                  </a:extLst>
                </a:gridCol>
                <a:gridCol w="1906524">
                  <a:extLst>
                    <a:ext uri="{9D8B030D-6E8A-4147-A177-3AD203B41FA5}">
                      <a16:colId xmlns:a16="http://schemas.microsoft.com/office/drawing/2014/main" val="1459748579"/>
                    </a:ext>
                  </a:extLst>
                </a:gridCol>
              </a:tblGrid>
              <a:tr h="375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Couleur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Code </a:t>
                      </a:r>
                      <a:r>
                        <a:rPr lang="fr-FR" dirty="0" err="1">
                          <a:effectLst/>
                        </a:rPr>
                        <a:t>Hex</a:t>
                      </a:r>
                      <a:endParaRPr lang="fr-FR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682299"/>
                  </a:ext>
                </a:extLst>
              </a:tr>
              <a:tr h="375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Bleu </a:t>
                      </a:r>
                      <a:r>
                        <a:rPr lang="fr-FR" dirty="0" err="1">
                          <a:effectLst/>
                        </a:rPr>
                        <a:t>Tineco</a:t>
                      </a:r>
                      <a:r>
                        <a:rPr lang="fr-FR" dirty="0">
                          <a:effectLst/>
                        </a:rPr>
                        <a:t> (principal)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#00327D</a:t>
                      </a:r>
                      <a:endParaRPr lang="fr-FR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22343"/>
                  </a:ext>
                </a:extLst>
              </a:tr>
              <a:tr h="375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Jaune / Vert clair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#F7FE8C</a:t>
                      </a:r>
                      <a:endParaRPr lang="fr-FR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58479"/>
                  </a:ext>
                </a:extLst>
              </a:tr>
              <a:tr h="375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Noir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effectLst/>
                        </a:rPr>
                        <a:t>#000000</a:t>
                      </a:r>
                      <a:endParaRPr lang="fr-FR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687023"/>
                  </a:ext>
                </a:extLst>
              </a:tr>
              <a:tr h="375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Blanc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b="1" dirty="0">
                          <a:effectLst/>
                        </a:rPr>
                        <a:t>#FFFFFF</a:t>
                      </a:r>
                      <a:endParaRPr lang="fr-FR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65779"/>
                  </a:ext>
                </a:extLst>
              </a:tr>
            </a:tbl>
          </a:graphicData>
        </a:graphic>
      </p:graphicFrame>
      <p:pic>
        <p:nvPicPr>
          <p:cNvPr id="26" name="Image 25" descr="tineco-site">
            <a:extLst>
              <a:ext uri="{FF2B5EF4-FFF2-40B4-BE49-F238E27FC236}">
                <a16:creationId xmlns:a16="http://schemas.microsoft.com/office/drawing/2014/main" id="{D6BEA6A2-EC3F-1E67-6DB1-704291349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89" y="3620845"/>
            <a:ext cx="2019300" cy="352425"/>
          </a:xfrm>
          <a:prstGeom prst="rect">
            <a:avLst/>
          </a:prstGeom>
        </p:spPr>
      </p:pic>
      <p:graphicFrame>
        <p:nvGraphicFramePr>
          <p:cNvPr id="27" name="Tableau 26">
            <a:extLst>
              <a:ext uri="{FF2B5EF4-FFF2-40B4-BE49-F238E27FC236}">
                <a16:creationId xmlns:a16="http://schemas.microsoft.com/office/drawing/2014/main" id="{477DD3BD-8DB5-6000-A360-9AE53F271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351506"/>
              </p:ext>
            </p:extLst>
          </p:nvPr>
        </p:nvGraphicFramePr>
        <p:xfrm>
          <a:off x="5998464" y="4074446"/>
          <a:ext cx="5367528" cy="2162436"/>
        </p:xfrm>
        <a:graphic>
          <a:graphicData uri="http://schemas.openxmlformats.org/drawingml/2006/table">
            <a:tbl>
              <a:tblPr/>
              <a:tblGrid>
                <a:gridCol w="2683764">
                  <a:extLst>
                    <a:ext uri="{9D8B030D-6E8A-4147-A177-3AD203B41FA5}">
                      <a16:colId xmlns:a16="http://schemas.microsoft.com/office/drawing/2014/main" val="1702737288"/>
                    </a:ext>
                  </a:extLst>
                </a:gridCol>
                <a:gridCol w="2683764">
                  <a:extLst>
                    <a:ext uri="{9D8B030D-6E8A-4147-A177-3AD203B41FA5}">
                      <a16:colId xmlns:a16="http://schemas.microsoft.com/office/drawing/2014/main" val="2406740539"/>
                    </a:ext>
                  </a:extLst>
                </a:gridCol>
              </a:tblGrid>
              <a:tr h="380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Couleur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Code </a:t>
                      </a:r>
                      <a:r>
                        <a:rPr lang="fr-FR" dirty="0" err="1">
                          <a:effectLst/>
                        </a:rPr>
                        <a:t>Hex</a:t>
                      </a:r>
                      <a:endParaRPr lang="fr-FR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129675"/>
                  </a:ext>
                </a:extLst>
              </a:tr>
              <a:tr h="380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Rouge Roborock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#EA0029</a:t>
                      </a:r>
                      <a:endParaRPr lang="fr-FR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655862"/>
                  </a:ext>
                </a:extLst>
              </a:tr>
              <a:tr h="620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Gris logo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#808080</a:t>
                      </a:r>
                      <a:r>
                        <a:rPr lang="fr-FR">
                          <a:effectLst/>
                        </a:rPr>
                        <a:t> (approximation du gris du logo)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566188"/>
                  </a:ext>
                </a:extLst>
              </a:tr>
              <a:tr h="380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Noir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#000000</a:t>
                      </a:r>
                      <a:endParaRPr lang="fr-FR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030233"/>
                  </a:ext>
                </a:extLst>
              </a:tr>
              <a:tr h="380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Blanc</a:t>
                      </a: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b="1" dirty="0">
                          <a:effectLst/>
                        </a:rPr>
                        <a:t>#FFFFFF</a:t>
                      </a:r>
                      <a:endParaRPr lang="fr-FR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162081"/>
                  </a:ext>
                </a:extLst>
              </a:tr>
            </a:tbl>
          </a:graphicData>
        </a:graphic>
      </p:graphicFrame>
      <p:pic>
        <p:nvPicPr>
          <p:cNvPr id="29" name="Image 28">
            <a:extLst>
              <a:ext uri="{FF2B5EF4-FFF2-40B4-BE49-F238E27FC236}">
                <a16:creationId xmlns:a16="http://schemas.microsoft.com/office/drawing/2014/main" id="{1CD8F099-3EE4-47A6-BA74-B414B19B4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5669" y="3475894"/>
            <a:ext cx="2729592" cy="54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972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67FCFF1-92BD-3E3B-5402-30A829339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4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872C793-A9BC-3EA1-9E35-CB5FFEF5261B}"/>
              </a:ext>
            </a:extLst>
          </p:cNvPr>
          <p:cNvSpPr txBox="1"/>
          <p:nvPr/>
        </p:nvSpPr>
        <p:spPr>
          <a:xfrm>
            <a:off x="611892" y="3107554"/>
            <a:ext cx="85303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2"/>
              </a:rPr>
              <a:t>https://drive.google.com/drive/folders/1OZ2DQrCIFBsBugHuW6kjnHLwkPiweCf4</a:t>
            </a:r>
            <a:endParaRPr lang="fr-FR" dirty="0"/>
          </a:p>
          <a:p>
            <a:endParaRPr lang="fr-FR" dirty="0"/>
          </a:p>
          <a:p>
            <a:r>
              <a:rPr lang="fr-FR" dirty="0">
                <a:hlinkClick r:id="rId2"/>
              </a:rPr>
              <a:t>https://drive.google.com/drive/folders/1OZ2DQrCIFBsBugHuW6kjnHLwkPiweCf4</a:t>
            </a:r>
            <a:r>
              <a:rPr lang="fr-FR" dirty="0"/>
              <a:t> 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D383522-530B-1546-A43D-58EE43242EC0}"/>
              </a:ext>
            </a:extLst>
          </p:cNvPr>
          <p:cNvSpPr txBox="1"/>
          <p:nvPr/>
        </p:nvSpPr>
        <p:spPr>
          <a:xfrm>
            <a:off x="1031278" y="2578195"/>
            <a:ext cx="878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Soft TV</a:t>
            </a:r>
          </a:p>
        </p:txBody>
      </p:sp>
    </p:spTree>
    <p:extLst>
      <p:ext uri="{BB962C8B-B14F-4D97-AF65-F5344CB8AC3E}">
        <p14:creationId xmlns:p14="http://schemas.microsoft.com/office/powerpoint/2010/main" val="3385253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7F30F95-7BD2-9D03-5302-CBBBC942CA4A}"/>
              </a:ext>
            </a:extLst>
          </p:cNvPr>
          <p:cNvSpPr txBox="1"/>
          <p:nvPr/>
        </p:nvSpPr>
        <p:spPr>
          <a:xfrm>
            <a:off x="638175" y="108215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https://github.com/login</a:t>
            </a:r>
          </a:p>
          <a:p>
            <a:r>
              <a:rPr lang="fr-FR" dirty="0"/>
              <a:t>Nom du compte : </a:t>
            </a:r>
            <a:r>
              <a:rPr lang="fr-FR" dirty="0">
                <a:hlinkClick r:id="rId2"/>
              </a:rPr>
              <a:t>savvy@fnacdarty.com</a:t>
            </a:r>
            <a:endParaRPr lang="fr-FR" dirty="0"/>
          </a:p>
          <a:p>
            <a:r>
              <a:rPr lang="fr-FR" dirty="0"/>
              <a:t>Mot de passe : FNACDarty@2026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C851D1C-5D81-3295-3412-1DC76555F22A}"/>
              </a:ext>
            </a:extLst>
          </p:cNvPr>
          <p:cNvSpPr txBox="1"/>
          <p:nvPr/>
        </p:nvSpPr>
        <p:spPr>
          <a:xfrm>
            <a:off x="914400" y="2543175"/>
            <a:ext cx="98394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Hub drive constructeur dans SAVVY prendre le dossier : </a:t>
            </a:r>
            <a:r>
              <a:rPr lang="fr-FR" u="sng" dirty="0" err="1">
                <a:hlinkClick r:id="rId3"/>
              </a:rPr>
              <a:t>savvyfnacdarty</a:t>
            </a:r>
            <a:r>
              <a:rPr lang="fr-FR" u="sng" dirty="0">
                <a:hlinkClick r:id="rId3"/>
              </a:rPr>
              <a:t>/</a:t>
            </a:r>
            <a:r>
              <a:rPr lang="fr-FR" u="sng" dirty="0" err="1">
                <a:hlinkClick r:id="rId3"/>
              </a:rPr>
              <a:t>HUB_drive_constructeurs</a:t>
            </a:r>
            <a:endParaRPr lang="fr-FR" u="sng" dirty="0"/>
          </a:p>
          <a:p>
            <a:endParaRPr lang="fr-FR" u="sng" dirty="0"/>
          </a:p>
          <a:p>
            <a:r>
              <a:rPr lang="fr-FR" u="sng" dirty="0"/>
              <a:t>Hub pour effectuer des test </a:t>
            </a:r>
            <a:r>
              <a:rPr lang="fr-FR" u="sng" dirty="0" err="1"/>
              <a:t>prendr</a:t>
            </a:r>
            <a:r>
              <a:rPr lang="fr-FR" u="sng" dirty="0"/>
              <a:t> le dossier : </a:t>
            </a:r>
            <a:r>
              <a:rPr lang="fr-FR" dirty="0" err="1">
                <a:hlinkClick r:id="rId4"/>
              </a:rPr>
              <a:t>savvyfnacdarty</a:t>
            </a:r>
            <a:r>
              <a:rPr lang="fr-FR" dirty="0">
                <a:hlinkClick r:id="rId4"/>
              </a:rPr>
              <a:t>/</a:t>
            </a:r>
            <a:r>
              <a:rPr lang="fr-FR" dirty="0" err="1">
                <a:hlinkClick r:id="rId4"/>
              </a:rPr>
              <a:t>dreame</a:t>
            </a:r>
            <a:r>
              <a:rPr lang="fr-FR" dirty="0">
                <a:hlinkClick r:id="rId4"/>
              </a:rPr>
              <a:t>-test</a:t>
            </a:r>
            <a:r>
              <a:rPr lang="fr-FR" dirty="0"/>
              <a:t> </a:t>
            </a:r>
            <a:endParaRPr lang="fr-FR" u="sng" dirty="0"/>
          </a:p>
        </p:txBody>
      </p:sp>
    </p:spTree>
    <p:extLst>
      <p:ext uri="{BB962C8B-B14F-4D97-AF65-F5344CB8AC3E}">
        <p14:creationId xmlns:p14="http://schemas.microsoft.com/office/powerpoint/2010/main" val="592712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2EDD05D-B924-3117-1FE4-4A7667D44763}"/>
              </a:ext>
            </a:extLst>
          </p:cNvPr>
          <p:cNvSpPr txBox="1"/>
          <p:nvPr/>
        </p:nvSpPr>
        <p:spPr>
          <a:xfrm>
            <a:off x="352425" y="870943"/>
            <a:ext cx="79512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/>
              <a:t>Aller sur </a:t>
            </a:r>
            <a:r>
              <a:rPr lang="fr-FR" dirty="0">
                <a:hlinkClick r:id="rId2"/>
              </a:rPr>
              <a:t>https://script.google.com/home</a:t>
            </a: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Ouvrir le projet « </a:t>
            </a:r>
            <a:r>
              <a:rPr lang="fr-FR" dirty="0" err="1"/>
              <a:t>Dreame</a:t>
            </a:r>
            <a:r>
              <a:rPr lang="fr-FR" dirty="0"/>
              <a:t> After Sales Information »et cliquer sur « Exécuter »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L’extraction prends un certain temps et se charge dans le drive </a:t>
            </a:r>
          </a:p>
        </p:txBody>
      </p:sp>
      <p:graphicFrame>
        <p:nvGraphicFramePr>
          <p:cNvPr id="3" name="Objet 2">
            <a:extLst>
              <a:ext uri="{FF2B5EF4-FFF2-40B4-BE49-F238E27FC236}">
                <a16:creationId xmlns:a16="http://schemas.microsoft.com/office/drawing/2014/main" id="{41ABAA8F-E328-17A6-AC75-02CA02811F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803267"/>
              </p:ext>
            </p:extLst>
          </p:nvPr>
        </p:nvGraphicFramePr>
        <p:xfrm>
          <a:off x="9521825" y="1070877"/>
          <a:ext cx="18446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t d’environnement du Gestionnaire de liaisons" showAsIcon="1" r:id="rId3" imgW="1844105" imgH="518325" progId="Package">
                  <p:embed/>
                </p:oleObj>
              </mc:Choice>
              <mc:Fallback>
                <p:oleObj name="Objet d’environnement du Gestionnaire de liaisons" showAsIcon="1" r:id="rId3" imgW="1844105" imgH="518325" progId="Package">
                  <p:embed/>
                  <p:pic>
                    <p:nvPicPr>
                      <p:cNvPr id="3" name="Objet 2">
                        <a:extLst>
                          <a:ext uri="{FF2B5EF4-FFF2-40B4-BE49-F238E27FC236}">
                            <a16:creationId xmlns:a16="http://schemas.microsoft.com/office/drawing/2014/main" id="{41ABAA8F-E328-17A6-AC75-02CA02811F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21825" y="1070877"/>
                        <a:ext cx="1844675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43E8A93B-DED9-862A-337F-2CB7C7CAE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3471" y="2132231"/>
            <a:ext cx="6194425" cy="4310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36F4ADB-1988-4918-E20E-407D674AB02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86" r="58047"/>
          <a:stretch>
            <a:fillRect/>
          </a:stretch>
        </p:blipFill>
        <p:spPr>
          <a:xfrm>
            <a:off x="266700" y="2132230"/>
            <a:ext cx="5114925" cy="43105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93B05E-3FA4-AFD6-17FB-1CA5780727B1}"/>
              </a:ext>
            </a:extLst>
          </p:cNvPr>
          <p:cNvSpPr/>
          <p:nvPr/>
        </p:nvSpPr>
        <p:spPr>
          <a:xfrm>
            <a:off x="7239000" y="2381250"/>
            <a:ext cx="552450" cy="200025"/>
          </a:xfrm>
          <a:prstGeom prst="rect">
            <a:avLst/>
          </a:prstGeom>
          <a:noFill/>
          <a:ln w="38100">
            <a:solidFill>
              <a:srgbClr val="D41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C9FEB3-9187-A80F-A58B-C94285F09CDC}"/>
              </a:ext>
            </a:extLst>
          </p:cNvPr>
          <p:cNvSpPr/>
          <p:nvPr/>
        </p:nvSpPr>
        <p:spPr>
          <a:xfrm>
            <a:off x="266700" y="2952750"/>
            <a:ext cx="1114425" cy="209550"/>
          </a:xfrm>
          <a:prstGeom prst="rect">
            <a:avLst/>
          </a:prstGeom>
          <a:noFill/>
          <a:ln w="38100">
            <a:solidFill>
              <a:srgbClr val="D41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631D2A-8B19-68AD-5354-C0AA8D698250}"/>
              </a:ext>
            </a:extLst>
          </p:cNvPr>
          <p:cNvSpPr/>
          <p:nvPr/>
        </p:nvSpPr>
        <p:spPr>
          <a:xfrm>
            <a:off x="1482971" y="2809875"/>
            <a:ext cx="2050804" cy="209550"/>
          </a:xfrm>
          <a:prstGeom prst="rect">
            <a:avLst/>
          </a:prstGeom>
          <a:noFill/>
          <a:ln w="38100">
            <a:solidFill>
              <a:srgbClr val="D41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F571965-09D6-7DD3-DF90-B003B28BCBA6}"/>
              </a:ext>
            </a:extLst>
          </p:cNvPr>
          <p:cNvSpPr txBox="1"/>
          <p:nvPr/>
        </p:nvSpPr>
        <p:spPr>
          <a:xfrm>
            <a:off x="2209800" y="285750"/>
            <a:ext cx="7128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Mettre la base de données </a:t>
            </a:r>
            <a:r>
              <a:rPr lang="fr-FR" dirty="0" err="1"/>
              <a:t>Dreame</a:t>
            </a:r>
            <a:r>
              <a:rPr lang="fr-FR" dirty="0"/>
              <a:t> à jour (Drive After Sales </a:t>
            </a:r>
            <a:r>
              <a:rPr lang="fr-FR" dirty="0" err="1"/>
              <a:t>Infomation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36627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9C92FBD-E9ED-CA53-DF36-6B0A9E63C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14" y="2449546"/>
            <a:ext cx="6098661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F38EAE1-8022-EA06-87CF-60F802B61485}"/>
              </a:ext>
            </a:extLst>
          </p:cNvPr>
          <p:cNvSpPr txBox="1"/>
          <p:nvPr/>
        </p:nvSpPr>
        <p:spPr>
          <a:xfrm>
            <a:off x="352425" y="870943"/>
            <a:ext cx="112877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/>
              <a:t>Vous retrouvez un fichier « Export GEM_TV Drive », télécharger le et renommer le « </a:t>
            </a:r>
            <a:r>
              <a:rPr lang="fr-FR" dirty="0" err="1"/>
              <a:t>Export_GEM_TV</a:t>
            </a:r>
            <a:r>
              <a:rPr lang="fr-FR" dirty="0"/>
              <a:t> Drive.xlsx »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Importé le dans GitHub dossier « </a:t>
            </a:r>
            <a:r>
              <a:rPr lang="fr-FR" dirty="0" err="1"/>
              <a:t>dreame_sav</a:t>
            </a:r>
            <a:r>
              <a:rPr lang="fr-FR" dirty="0"/>
              <a:t>/ »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Attendre 5 min pour  que la synchro ce fasse </a:t>
            </a:r>
          </a:p>
        </p:txBody>
      </p:sp>
    </p:spTree>
    <p:extLst>
      <p:ext uri="{BB962C8B-B14F-4D97-AF65-F5344CB8AC3E}">
        <p14:creationId xmlns:p14="http://schemas.microsoft.com/office/powerpoint/2010/main" val="1603894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18F8CEE-7DCE-A4F0-9509-6BA503855429}"/>
              </a:ext>
            </a:extLst>
          </p:cNvPr>
          <p:cNvSpPr txBox="1"/>
          <p:nvPr/>
        </p:nvSpPr>
        <p:spPr>
          <a:xfrm>
            <a:off x="333375" y="390525"/>
            <a:ext cx="520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Mise à jour du </a:t>
            </a:r>
            <a:r>
              <a:rPr lang="fr-FR" dirty="0" err="1"/>
              <a:t>lecteur_BOM</a:t>
            </a:r>
            <a:r>
              <a:rPr lang="fr-FR" dirty="0"/>
              <a:t> via fichier </a:t>
            </a:r>
            <a:r>
              <a:rPr lang="fr-FR" dirty="0" err="1"/>
              <a:t>Quick_bom</a:t>
            </a:r>
            <a:r>
              <a:rPr lang="fr-FR" dirty="0"/>
              <a:t>_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A1BC4FF-5341-B9F7-E851-2E66148A9896}"/>
              </a:ext>
            </a:extLst>
          </p:cNvPr>
          <p:cNvSpPr txBox="1"/>
          <p:nvPr/>
        </p:nvSpPr>
        <p:spPr>
          <a:xfrm>
            <a:off x="809626" y="1066800"/>
            <a:ext cx="110581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/>
              <a:t>La zone dans l’onglet « recherche » qui affiche le résultat sur fond jaune analyse le fichier </a:t>
            </a:r>
            <a:r>
              <a:rPr lang="fr-FR" dirty="0" err="1"/>
              <a:t>bom_Quick_lookup</a:t>
            </a:r>
            <a:r>
              <a:rPr lang="fr-FR" dirty="0"/>
              <a:t> du drive </a:t>
            </a:r>
            <a:r>
              <a:rPr lang="fr-FR" dirty="0" err="1"/>
              <a:t>Dreame</a:t>
            </a:r>
            <a:r>
              <a:rPr lang="fr-FR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 Cette mise à jour est spécifique a ce fichier, il faut créer un fichier « .</a:t>
            </a:r>
            <a:r>
              <a:rPr lang="fr-FR" dirty="0" err="1"/>
              <a:t>json</a:t>
            </a:r>
            <a:r>
              <a:rPr lang="fr-FR" dirty="0"/>
              <a:t> » pour que le site retrouve les informations et les affiches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8F195B2-A084-64E4-0BD1-45BA74AA5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731" y="2384109"/>
            <a:ext cx="3726238" cy="304373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91845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14611-C872-6C40-8733-B3BECD3E7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C04D331-EDBA-97FA-05D8-4A559C935780}"/>
              </a:ext>
            </a:extLst>
          </p:cNvPr>
          <p:cNvSpPr txBox="1"/>
          <p:nvPr/>
        </p:nvSpPr>
        <p:spPr>
          <a:xfrm>
            <a:off x="333375" y="390525"/>
            <a:ext cx="520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Mise à jour du </a:t>
            </a:r>
            <a:r>
              <a:rPr lang="fr-FR" dirty="0" err="1"/>
              <a:t>lecteur_BOM</a:t>
            </a:r>
            <a:r>
              <a:rPr lang="fr-FR" dirty="0"/>
              <a:t> via fichier </a:t>
            </a:r>
            <a:r>
              <a:rPr lang="fr-FR" dirty="0" err="1"/>
              <a:t>Quick_bom</a:t>
            </a:r>
            <a:r>
              <a:rPr lang="fr-FR" dirty="0"/>
              <a:t>_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6035AC-1436-BDD9-DE10-A217DDA0E0F9}"/>
              </a:ext>
            </a:extLst>
          </p:cNvPr>
          <p:cNvSpPr txBox="1"/>
          <p:nvPr/>
        </p:nvSpPr>
        <p:spPr>
          <a:xfrm>
            <a:off x="809626" y="1066800"/>
            <a:ext cx="110581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/>
              <a:t>Ouvrir le fichier dans le drive : After sales information / TIPS / BOM Quick </a:t>
            </a:r>
            <a:r>
              <a:rPr lang="fr-FR" dirty="0" err="1"/>
              <a:t>lookup</a:t>
            </a:r>
            <a:r>
              <a:rPr lang="fr-FR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Ouvrir le fichier dans le navigateur, puis l’enregistrer (Fichier/Télécharger/Page WEB (.html))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Un fichier .zip est créer dans « téléchargement »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Ouvrir le fichier « bom_lookup.html », cliquer sur « Mettre à jour » et importer le fichier zipper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5DC3DA2-148F-E58D-C61E-D5EAE302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809" r="29204"/>
          <a:stretch>
            <a:fillRect/>
          </a:stretch>
        </p:blipFill>
        <p:spPr>
          <a:xfrm>
            <a:off x="6243451" y="1755459"/>
            <a:ext cx="3838371" cy="2918727"/>
          </a:xfrm>
          <a:prstGeom prst="rect">
            <a:avLst/>
          </a:prstGeom>
        </p:spPr>
      </p:pic>
      <p:graphicFrame>
        <p:nvGraphicFramePr>
          <p:cNvPr id="6" name="Objet 5">
            <a:extLst>
              <a:ext uri="{FF2B5EF4-FFF2-40B4-BE49-F238E27FC236}">
                <a16:creationId xmlns:a16="http://schemas.microsoft.com/office/drawing/2014/main" id="{1C8058EB-A6D5-65E6-2C29-8B59106B95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5611" y="5915500"/>
          <a:ext cx="111283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t d’environnement du Gestionnaire de liaisons" showAsIcon="1" r:id="rId3" imgW="1112646" imgH="518325" progId="Package">
                  <p:embed/>
                </p:oleObj>
              </mc:Choice>
              <mc:Fallback>
                <p:oleObj name="Objet d’environnement du Gestionnaire de liaisons" showAsIcon="1" r:id="rId3" imgW="1112646" imgH="518325" progId="Package">
                  <p:embed/>
                  <p:pic>
                    <p:nvPicPr>
                      <p:cNvPr id="6" name="Objet 5">
                        <a:extLst>
                          <a:ext uri="{FF2B5EF4-FFF2-40B4-BE49-F238E27FC236}">
                            <a16:creationId xmlns:a16="http://schemas.microsoft.com/office/drawing/2014/main" id="{1C8058EB-A6D5-65E6-2C29-8B59106B9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611" y="5915500"/>
                        <a:ext cx="1112838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raphique 7" descr="Badge 4 avec un remplissage uni">
            <a:extLst>
              <a:ext uri="{FF2B5EF4-FFF2-40B4-BE49-F238E27FC236}">
                <a16:creationId xmlns:a16="http://schemas.microsoft.com/office/drawing/2014/main" id="{D1AFEA80-3BF6-45A5-3C60-FFAB009487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8509" y="5699870"/>
            <a:ext cx="431260" cy="43126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A7B0A88-6ACE-900C-998A-6FB45ECC8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3181" y="1755459"/>
            <a:ext cx="3726238" cy="30437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D6C7A47-CCA2-2BE2-903C-53FEE2C10239}"/>
              </a:ext>
            </a:extLst>
          </p:cNvPr>
          <p:cNvSpPr txBox="1"/>
          <p:nvPr/>
        </p:nvSpPr>
        <p:spPr>
          <a:xfrm>
            <a:off x="693869" y="2914804"/>
            <a:ext cx="492256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Onglet recherche et </a:t>
            </a:r>
            <a:r>
              <a:rPr lang="fr-FR" dirty="0" err="1"/>
              <a:t>resultat</a:t>
            </a:r>
            <a:r>
              <a:rPr lang="fr-FR" dirty="0"/>
              <a:t> encadré fond jaune</a:t>
            </a:r>
          </a:p>
        </p:txBody>
      </p:sp>
    </p:spTree>
    <p:extLst>
      <p:ext uri="{BB962C8B-B14F-4D97-AF65-F5344CB8AC3E}">
        <p14:creationId xmlns:p14="http://schemas.microsoft.com/office/powerpoint/2010/main" val="313604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AE103-DA41-4B67-A651-ABBE38F7A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C71CB41-247B-CA02-2007-BD868D79BF0E}"/>
              </a:ext>
            </a:extLst>
          </p:cNvPr>
          <p:cNvSpPr txBox="1"/>
          <p:nvPr/>
        </p:nvSpPr>
        <p:spPr>
          <a:xfrm>
            <a:off x="333375" y="390525"/>
            <a:ext cx="520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Mise à jour du </a:t>
            </a:r>
            <a:r>
              <a:rPr lang="fr-FR" dirty="0" err="1"/>
              <a:t>lecteur_BOM</a:t>
            </a:r>
            <a:r>
              <a:rPr lang="fr-FR" dirty="0"/>
              <a:t> via fichier </a:t>
            </a:r>
            <a:r>
              <a:rPr lang="fr-FR" dirty="0" err="1"/>
              <a:t>Quick_bom</a:t>
            </a:r>
            <a:r>
              <a:rPr lang="fr-FR" dirty="0"/>
              <a:t>_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4676D87-D131-BEFB-A8C0-4B5C9613BFFF}"/>
              </a:ext>
            </a:extLst>
          </p:cNvPr>
          <p:cNvSpPr txBox="1"/>
          <p:nvPr/>
        </p:nvSpPr>
        <p:spPr>
          <a:xfrm>
            <a:off x="809626" y="1066800"/>
            <a:ext cx="11058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fr-FR" dirty="0"/>
              <a:t>Puis « Télécharger </a:t>
            </a:r>
            <a:r>
              <a:rPr lang="fr-FR" dirty="0" err="1"/>
              <a:t>bom_lookup.json</a:t>
            </a:r>
            <a:r>
              <a:rPr lang="fr-FR" dirty="0"/>
              <a:t> » et le mettre dans </a:t>
            </a:r>
            <a:r>
              <a:rPr lang="fr-FR" dirty="0" err="1"/>
              <a:t>github</a:t>
            </a:r>
            <a:r>
              <a:rPr lang="fr-FR" dirty="0"/>
              <a:t> le dossier « </a:t>
            </a:r>
            <a:r>
              <a:rPr lang="fr-FR" dirty="0" err="1"/>
              <a:t>dreame_sav</a:t>
            </a:r>
            <a:r>
              <a:rPr lang="fr-FR" dirty="0"/>
              <a:t>/data/ » et remplacer le fichier  « </a:t>
            </a:r>
            <a:r>
              <a:rPr lang="fr-FR" dirty="0" err="1"/>
              <a:t>bom_lookup.json</a:t>
            </a:r>
            <a:r>
              <a:rPr lang="fr-FR" dirty="0"/>
              <a:t>  »</a:t>
            </a:r>
          </a:p>
          <a:p>
            <a:pPr marL="342900" indent="-342900">
              <a:buFont typeface="+mj-lt"/>
              <a:buAutoNum type="arabicPeriod" startAt="5"/>
            </a:pP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0394B91-A7F8-7F49-6502-897D202520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78" r="112"/>
          <a:stretch>
            <a:fillRect/>
          </a:stretch>
        </p:blipFill>
        <p:spPr>
          <a:xfrm>
            <a:off x="6309352" y="2242219"/>
            <a:ext cx="4939605" cy="39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94EE23-8B98-048E-AB93-64543BA60578}"/>
              </a:ext>
            </a:extLst>
          </p:cNvPr>
          <p:cNvSpPr/>
          <p:nvPr/>
        </p:nvSpPr>
        <p:spPr>
          <a:xfrm>
            <a:off x="7772400" y="5374606"/>
            <a:ext cx="1095375" cy="219075"/>
          </a:xfrm>
          <a:prstGeom prst="rect">
            <a:avLst/>
          </a:prstGeom>
          <a:noFill/>
          <a:ln w="38100">
            <a:solidFill>
              <a:srgbClr val="D41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19C5FD7-617D-875C-B9E4-594ADC3B5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6" y="2242219"/>
            <a:ext cx="4496250" cy="39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47214C5-0B5E-A879-32B5-F77A848E29EE}"/>
              </a:ext>
            </a:extLst>
          </p:cNvPr>
          <p:cNvSpPr/>
          <p:nvPr/>
        </p:nvSpPr>
        <p:spPr>
          <a:xfrm>
            <a:off x="4164552" y="3069556"/>
            <a:ext cx="664623" cy="216569"/>
          </a:xfrm>
          <a:prstGeom prst="rect">
            <a:avLst/>
          </a:prstGeom>
          <a:noFill/>
          <a:ln w="38100">
            <a:solidFill>
              <a:srgbClr val="D41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Graphique 14" descr="Badge avec un remplissage uni">
            <a:extLst>
              <a:ext uri="{FF2B5EF4-FFF2-40B4-BE49-F238E27FC236}">
                <a16:creationId xmlns:a16="http://schemas.microsoft.com/office/drawing/2014/main" id="{5E1BF45C-D261-8B63-1F8F-59C42CBE7C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9585" y="1839873"/>
            <a:ext cx="914400" cy="914400"/>
          </a:xfrm>
          <a:prstGeom prst="rect">
            <a:avLst/>
          </a:prstGeom>
        </p:spPr>
      </p:pic>
      <p:pic>
        <p:nvPicPr>
          <p:cNvPr id="17" name="Graphique 16" descr="Badge 1 avec un remplissage uni">
            <a:extLst>
              <a:ext uri="{FF2B5EF4-FFF2-40B4-BE49-F238E27FC236}">
                <a16:creationId xmlns:a16="http://schemas.microsoft.com/office/drawing/2014/main" id="{085EAFA9-0FBC-4D3A-4978-5C852B8EE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227" y="1785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81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3CBF2B1-8478-B44F-AF4B-289139C6D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06" y="1588168"/>
            <a:ext cx="8113788" cy="436116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AA37310-C810-EAC3-59A8-8F13B7A4AD95}"/>
              </a:ext>
            </a:extLst>
          </p:cNvPr>
          <p:cNvSpPr txBox="1"/>
          <p:nvPr/>
        </p:nvSpPr>
        <p:spPr>
          <a:xfrm>
            <a:off x="692748" y="447006"/>
            <a:ext cx="11058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fr-FR" dirty="0"/>
              <a:t>Charge le nouveau bom_</a:t>
            </a:r>
            <a:r>
              <a:rPr lang="fr-FR" dirty="0" err="1"/>
              <a:t>lookup</a:t>
            </a:r>
            <a:r>
              <a:rPr lang="fr-FR" dirty="0"/>
              <a:t>..</a:t>
            </a:r>
            <a:r>
              <a:rPr lang="fr-FR" dirty="0" err="1"/>
              <a:t>json</a:t>
            </a:r>
            <a:r>
              <a:rPr lang="fr-FR" dirty="0"/>
              <a:t> dans le dossier </a:t>
            </a:r>
            <a:r>
              <a:rPr lang="fr-FR" dirty="0" err="1"/>
              <a:t>dreame_sav</a:t>
            </a:r>
            <a:r>
              <a:rPr lang="fr-FR" dirty="0"/>
              <a:t>/data/</a:t>
            </a:r>
          </a:p>
          <a:p>
            <a:pPr marL="342900" indent="-342900">
              <a:buFont typeface="+mj-lt"/>
              <a:buAutoNum type="arabicPeriod" startAt="6"/>
            </a:pP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6D71C0-4D5F-AECC-A77F-F5E24ECA9F46}"/>
              </a:ext>
            </a:extLst>
          </p:cNvPr>
          <p:cNvSpPr/>
          <p:nvPr/>
        </p:nvSpPr>
        <p:spPr>
          <a:xfrm>
            <a:off x="8752114" y="2475068"/>
            <a:ext cx="481263" cy="295633"/>
          </a:xfrm>
          <a:prstGeom prst="rect">
            <a:avLst/>
          </a:prstGeom>
          <a:noFill/>
          <a:ln w="38100">
            <a:solidFill>
              <a:srgbClr val="D41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72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DD43AB0-E5DB-7DB8-49B6-D2340DD30E16}"/>
              </a:ext>
            </a:extLst>
          </p:cNvPr>
          <p:cNvSpPr txBox="1"/>
          <p:nvPr/>
        </p:nvSpPr>
        <p:spPr>
          <a:xfrm>
            <a:off x="495299" y="1051739"/>
            <a:ext cx="1145857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Mets à jour le volet </a:t>
            </a:r>
            <a:r>
              <a:rPr lang="fr-FR" sz="1100" dirty="0" err="1"/>
              <a:t>Dreame</a:t>
            </a:r>
            <a:r>
              <a:rPr lang="fr-FR" sz="1100" dirty="0"/>
              <a:t> Support (vert) pour intégrer le modèle [NOM DU MODÈLE]</a:t>
            </a:r>
          </a:p>
          <a:p>
            <a:r>
              <a:rPr lang="fr-FR" sz="1100" dirty="0"/>
              <a:t>dans [faq_robot.html ou faq_pem.html] du projet "HUB Drive constructeurs"</a:t>
            </a:r>
          </a:p>
          <a:p>
            <a:r>
              <a:rPr lang="fr-FR" sz="1100" dirty="0"/>
              <a:t>(dossier </a:t>
            </a:r>
            <a:r>
              <a:rPr lang="fr-FR" sz="1100" dirty="0" err="1"/>
              <a:t>dreame_sav</a:t>
            </a:r>
            <a:r>
              <a:rPr lang="fr-FR" sz="1100" dirty="0"/>
              <a:t> sur OneDrive).</a:t>
            </a:r>
          </a:p>
          <a:p>
            <a:endParaRPr lang="fr-FR" sz="1100" dirty="0"/>
          </a:p>
          <a:p>
            <a:r>
              <a:rPr lang="fr-FR" sz="1100" dirty="0"/>
              <a:t>1. Interroge l'API du centre d'aide </a:t>
            </a:r>
            <a:r>
              <a:rPr lang="fr-FR" sz="1100" dirty="0" err="1"/>
              <a:t>Zendesk</a:t>
            </a:r>
            <a:r>
              <a:rPr lang="fr-FR" sz="1100" dirty="0"/>
              <a:t> </a:t>
            </a:r>
            <a:r>
              <a:rPr lang="fr-FR" sz="1100" dirty="0" err="1"/>
              <a:t>Dreame</a:t>
            </a:r>
            <a:r>
              <a:rPr lang="fr-FR" sz="1100" dirty="0"/>
              <a:t> pour la catégorie concernée :</a:t>
            </a:r>
          </a:p>
          <a:p>
            <a:r>
              <a:rPr lang="fr-FR" sz="1100" dirty="0"/>
              <a:t>   - Robots aspirateurs (faq_robot.html) → catégorie "Robot aspirateur", id 50604637893401</a:t>
            </a:r>
          </a:p>
          <a:p>
            <a:r>
              <a:rPr lang="fr-FR" sz="1100" dirty="0"/>
              <a:t>   - Aspirateurs balais laveurs (faq_pem.html) → catégorie "Aspirateur laveur", id 50711248331801</a:t>
            </a:r>
          </a:p>
          <a:p>
            <a:r>
              <a:rPr lang="fr-FR" sz="1100" dirty="0"/>
              <a:t>   URL : https://dreametech.zendesk.com/api/v2/help_center/fr/categories/{id}/articles.json?per_page=30&amp;page=N</a:t>
            </a:r>
          </a:p>
          <a:p>
            <a:endParaRPr lang="fr-FR" sz="1100" dirty="0"/>
          </a:p>
          <a:p>
            <a:r>
              <a:rPr lang="fr-FR" sz="1100" dirty="0"/>
              <a:t>2. Cherche toutes les fiches mentionnant [NOM DU MODÈLE]. Priorité aux vraies fiches</a:t>
            </a:r>
          </a:p>
          <a:p>
            <a:r>
              <a:rPr lang="fr-FR" sz="1100" dirty="0"/>
              <a:t>   de panne/dépannage. S'il n'en existe aucune, utilise les manuels/FAQ fonctionnalités</a:t>
            </a:r>
          </a:p>
          <a:p>
            <a:r>
              <a:rPr lang="fr-FR" sz="1100" dirty="0"/>
              <a:t>   disponibles comme contenu de repli (comme pour T16/N20/G10/H11 précédemment).</a:t>
            </a:r>
          </a:p>
          <a:p>
            <a:endParaRPr lang="fr-FR" sz="1100" dirty="0"/>
          </a:p>
          <a:p>
            <a:r>
              <a:rPr lang="fr-FR" sz="1100" dirty="0"/>
              <a:t>3. Ajoute ces fiches (["Titre", "URL"]) dans le tableau ZDR_DATA (faq_robot.html) ou</a:t>
            </a:r>
          </a:p>
          <a:p>
            <a:r>
              <a:rPr lang="fr-FR" sz="1100" dirty="0"/>
              <a:t>   ZDB_DATA (faq_pem.html), en t'assurant qu'aucune ne fait déjà doublon. Si besoin,</a:t>
            </a:r>
          </a:p>
          <a:p>
            <a:r>
              <a:rPr lang="fr-FR" sz="1100" dirty="0"/>
              <a:t>   reformule le début du titre pour qu'il commence par "[Modèle] : ..." afin que la</a:t>
            </a:r>
          </a:p>
          <a:p>
            <a:r>
              <a:rPr lang="fr-FR" sz="1100" dirty="0"/>
              <a:t>   fonction </a:t>
            </a:r>
            <a:r>
              <a:rPr lang="fr-FR" sz="1100" dirty="0" err="1"/>
              <a:t>zdGroup</a:t>
            </a:r>
            <a:r>
              <a:rPr lang="fr-FR" sz="1100" dirty="0"/>
              <a:t>() le regroupe correctement dans le filtre "Modèle (Support)".</a:t>
            </a:r>
          </a:p>
          <a:p>
            <a:endParaRPr lang="fr-FR" sz="1100" dirty="0"/>
          </a:p>
          <a:p>
            <a:r>
              <a:rPr lang="fr-FR" sz="1100" dirty="0"/>
              <a:t>4. Si le nom exact dans le filtre "Modèle" principal (tableau MODELS) diffère du nom</a:t>
            </a:r>
          </a:p>
          <a:p>
            <a:r>
              <a:rPr lang="fr-FR" sz="1100" dirty="0"/>
              <a:t>   </a:t>
            </a:r>
            <a:r>
              <a:rPr lang="fr-FR" sz="1100" dirty="0" err="1"/>
              <a:t>Zendesk</a:t>
            </a:r>
            <a:r>
              <a:rPr lang="fr-FR" sz="1100" dirty="0"/>
              <a:t> (ex: "H12 </a:t>
            </a:r>
            <a:r>
              <a:rPr lang="fr-FR" sz="1100" dirty="0" err="1"/>
              <a:t>FlexReach</a:t>
            </a:r>
            <a:r>
              <a:rPr lang="fr-FR" sz="1100" dirty="0"/>
              <a:t>" vs "H12 Pro </a:t>
            </a:r>
            <a:r>
              <a:rPr lang="fr-FR" sz="1100" dirty="0" err="1"/>
              <a:t>FlexReach</a:t>
            </a:r>
            <a:r>
              <a:rPr lang="fr-FR" sz="1100" dirty="0"/>
              <a:t>"), ajoute la correspondance dans</a:t>
            </a:r>
          </a:p>
          <a:p>
            <a:r>
              <a:rPr lang="fr-FR" sz="1100" dirty="0"/>
              <a:t>   ZD_MODEL_ALIASES pour que la synchronisation entre les deux filtres fonctionne.</a:t>
            </a:r>
          </a:p>
          <a:p>
            <a:endParaRPr lang="fr-FR" sz="1100" dirty="0"/>
          </a:p>
          <a:p>
            <a:r>
              <a:rPr lang="fr-FR" sz="1100" dirty="0"/>
              <a:t>5. Valide la syntaxe JS du fichier modifié (</a:t>
            </a:r>
            <a:r>
              <a:rPr lang="fr-FR" sz="1100" dirty="0" err="1"/>
              <a:t>node</a:t>
            </a:r>
            <a:r>
              <a:rPr lang="fr-FR" sz="1100" dirty="0"/>
              <a:t> --check) avant tout envoi.</a:t>
            </a:r>
          </a:p>
          <a:p>
            <a:endParaRPr lang="fr-FR" sz="1100" dirty="0"/>
          </a:p>
          <a:p>
            <a:r>
              <a:rPr lang="fr-FR" sz="1100" dirty="0"/>
              <a:t>6. Envoie le fichier modifié sur OneDrive, PUIS vérifie directement sur le fichier réel</a:t>
            </a:r>
          </a:p>
          <a:p>
            <a:r>
              <a:rPr lang="fr-FR" sz="1100" dirty="0"/>
              <a:t>   (via une lecture après écriture) que les modifications ont bien été prises en compte</a:t>
            </a:r>
          </a:p>
          <a:p>
            <a:r>
              <a:rPr lang="fr-FR" sz="1100" dirty="0"/>
              <a:t>   — un bug de persistance a déjà été observé où l'écriture semblait réussir sans que</a:t>
            </a:r>
          </a:p>
          <a:p>
            <a:r>
              <a:rPr lang="fr-FR" sz="1100" dirty="0"/>
              <a:t>   le contenu change réellement sur le disque.</a:t>
            </a:r>
          </a:p>
          <a:p>
            <a:endParaRPr lang="fr-FR" sz="1100" dirty="0"/>
          </a:p>
          <a:p>
            <a:r>
              <a:rPr lang="fr-FR" sz="1100" dirty="0"/>
              <a:t>7. Confirme-moi combien de fiches ont été ajoutées et précise s'il s'agit de vraies</a:t>
            </a:r>
          </a:p>
          <a:p>
            <a:r>
              <a:rPr lang="fr-FR" sz="1100" dirty="0"/>
              <a:t>   fiches de panne ou seulement de manuels/FAQ (faute de contenu de panne disponible</a:t>
            </a:r>
          </a:p>
          <a:p>
            <a:r>
              <a:rPr lang="fr-FR" sz="1100" dirty="0"/>
              <a:t>   sur </a:t>
            </a:r>
            <a:r>
              <a:rPr lang="fr-FR" sz="1100" dirty="0" err="1"/>
              <a:t>Zendesk</a:t>
            </a:r>
            <a:r>
              <a:rPr lang="fr-FR" sz="1100" dirty="0"/>
              <a:t> pour ce modèle).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0780131-30ED-6EA5-801D-FC8A6E72E19F}"/>
              </a:ext>
            </a:extLst>
          </p:cNvPr>
          <p:cNvSpPr txBox="1"/>
          <p:nvPr/>
        </p:nvSpPr>
        <p:spPr>
          <a:xfrm>
            <a:off x="495299" y="485775"/>
            <a:ext cx="6323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Prompt pour Claude, met a jour le volet </a:t>
            </a:r>
            <a:r>
              <a:rPr lang="fr-FR" dirty="0" err="1"/>
              <a:t>Dreame</a:t>
            </a:r>
            <a:r>
              <a:rPr lang="fr-FR" dirty="0"/>
              <a:t> Support (Vert)</a:t>
            </a:r>
          </a:p>
        </p:txBody>
      </p:sp>
    </p:spTree>
    <p:extLst>
      <p:ext uri="{BB962C8B-B14F-4D97-AF65-F5344CB8AC3E}">
        <p14:creationId xmlns:p14="http://schemas.microsoft.com/office/powerpoint/2010/main" val="11305659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D4151B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1570</Words>
  <Application>Microsoft Office PowerPoint</Application>
  <PresentationFormat>Grand écran</PresentationFormat>
  <Paragraphs>200</Paragraphs>
  <Slides>24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Segoe UI</vt:lpstr>
      <vt:lpstr>Thème Office</vt:lpstr>
      <vt:lpstr>Objet d’environnement du Gestionnaire de liaisons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LECONTE Jerome</dc:creator>
  <cp:lastModifiedBy>LECONTE Jerome</cp:lastModifiedBy>
  <cp:revision>1</cp:revision>
  <dcterms:created xsi:type="dcterms:W3CDTF">2026-07-13T06:10:49Z</dcterms:created>
  <dcterms:modified xsi:type="dcterms:W3CDTF">2026-10-02T09:08:24Z</dcterms:modified>
</cp:coreProperties>
</file>