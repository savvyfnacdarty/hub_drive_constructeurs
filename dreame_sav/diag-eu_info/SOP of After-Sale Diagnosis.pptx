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9" r:id="rId2"/>
    <p:sldMasterId id="2147483667" r:id="rId3"/>
    <p:sldMasterId id="2147483674" r:id="rId4"/>
  </p:sldMasterIdLst>
  <p:notesMasterIdLst>
    <p:notesMasterId r:id="rId23"/>
  </p:notesMasterIdLst>
  <p:sldIdLst>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Lst>
  <p:sldSz cx="12192000" cy="6858000"/>
  <p:notesSz cx="6807200" cy="9939338"/>
  <p:embeddedFontLst>
    <p:embeddedFont>
      <p:font typeface="Microsoft Yahei" panose="020B0503020204020204" pitchFamily="34" charset="-122"/>
      <p:regular r:id="rId24"/>
      <p:bold r:id="rId25"/>
    </p:embeddedFont>
    <p:embeddedFont>
      <p:font typeface="Noto Sans" panose="020B050204050402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jG9vApajHmSr3fjvF6IJaG426tu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CBA83C-D0BE-4BA3-B38B-340E50D62DF6}" v="97" dt="2026-09-21T14:55:29.6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11" d="100"/>
          <a:sy n="111" d="100"/>
        </p:scale>
        <p:origin x="1690" y="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9"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7.xml"/><Relationship Id="rId42"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CONTE Jerome" userId="d69af9a9-2c00-4d51-90fa-948ed535b3d2" providerId="ADAL" clId="{095B365A-98E1-4944-95BD-97DF22D127EB}"/>
    <pc:docChg chg="undo custSel delSld modSld">
      <pc:chgData name="LECONTE Jerome" userId="d69af9a9-2c00-4d51-90fa-948ed535b3d2" providerId="ADAL" clId="{095B365A-98E1-4944-95BD-97DF22D127EB}" dt="2026-09-21T14:55:31.903" v="338" actId="13926"/>
      <pc:docMkLst>
        <pc:docMk/>
      </pc:docMkLst>
      <pc:sldChg chg="del">
        <pc:chgData name="LECONTE Jerome" userId="d69af9a9-2c00-4d51-90fa-948ed535b3d2" providerId="ADAL" clId="{095B365A-98E1-4944-95BD-97DF22D127EB}" dt="2026-09-21T14:02:42.969" v="1" actId="47"/>
        <pc:sldMkLst>
          <pc:docMk/>
          <pc:sldMk cId="0" sldId="256"/>
        </pc:sldMkLst>
      </pc:sldChg>
      <pc:sldChg chg="del">
        <pc:chgData name="LECONTE Jerome" userId="d69af9a9-2c00-4d51-90fa-948ed535b3d2" providerId="ADAL" clId="{095B365A-98E1-4944-95BD-97DF22D127EB}" dt="2026-09-21T14:02:40.106" v="0" actId="47"/>
        <pc:sldMkLst>
          <pc:docMk/>
          <pc:sldMk cId="0" sldId="257"/>
        </pc:sldMkLst>
      </pc:sldChg>
      <pc:sldChg chg="del">
        <pc:chgData name="LECONTE Jerome" userId="d69af9a9-2c00-4d51-90fa-948ed535b3d2" providerId="ADAL" clId="{095B365A-98E1-4944-95BD-97DF22D127EB}" dt="2026-09-21T14:02:40.106" v="0" actId="47"/>
        <pc:sldMkLst>
          <pc:docMk/>
          <pc:sldMk cId="0" sldId="258"/>
        </pc:sldMkLst>
      </pc:sldChg>
      <pc:sldChg chg="del">
        <pc:chgData name="LECONTE Jerome" userId="d69af9a9-2c00-4d51-90fa-948ed535b3d2" providerId="ADAL" clId="{095B365A-98E1-4944-95BD-97DF22D127EB}" dt="2026-09-21T14:02:40.106" v="0" actId="47"/>
        <pc:sldMkLst>
          <pc:docMk/>
          <pc:sldMk cId="0" sldId="259"/>
        </pc:sldMkLst>
      </pc:sldChg>
      <pc:sldChg chg="del">
        <pc:chgData name="LECONTE Jerome" userId="d69af9a9-2c00-4d51-90fa-948ed535b3d2" providerId="ADAL" clId="{095B365A-98E1-4944-95BD-97DF22D127EB}" dt="2026-09-21T14:02:40.106" v="0" actId="47"/>
        <pc:sldMkLst>
          <pc:docMk/>
          <pc:sldMk cId="0" sldId="260"/>
        </pc:sldMkLst>
      </pc:sldChg>
      <pc:sldChg chg="del">
        <pc:chgData name="LECONTE Jerome" userId="d69af9a9-2c00-4d51-90fa-948ed535b3d2" providerId="ADAL" clId="{095B365A-98E1-4944-95BD-97DF22D127EB}" dt="2026-09-21T14:02:40.106" v="0" actId="47"/>
        <pc:sldMkLst>
          <pc:docMk/>
          <pc:sldMk cId="0" sldId="261"/>
        </pc:sldMkLst>
      </pc:sldChg>
      <pc:sldChg chg="modSp mod">
        <pc:chgData name="LECONTE Jerome" userId="d69af9a9-2c00-4d51-90fa-948ed535b3d2" providerId="ADAL" clId="{095B365A-98E1-4944-95BD-97DF22D127EB}" dt="2026-09-21T14:03:37.218" v="6" actId="2711"/>
        <pc:sldMkLst>
          <pc:docMk/>
          <pc:sldMk cId="0" sldId="263"/>
        </pc:sldMkLst>
        <pc:spChg chg="mod">
          <ac:chgData name="LECONTE Jerome" userId="d69af9a9-2c00-4d51-90fa-948ed535b3d2" providerId="ADAL" clId="{095B365A-98E1-4944-95BD-97DF22D127EB}" dt="2026-09-21T14:03:37.218" v="6" actId="2711"/>
          <ac:spMkLst>
            <pc:docMk/>
            <pc:sldMk cId="0" sldId="263"/>
            <ac:spMk id="332" creationId="{00000000-0000-0000-0000-000000000000}"/>
          </ac:spMkLst>
        </pc:spChg>
        <pc:spChg chg="mod">
          <ac:chgData name="LECONTE Jerome" userId="d69af9a9-2c00-4d51-90fa-948ed535b3d2" providerId="ADAL" clId="{095B365A-98E1-4944-95BD-97DF22D127EB}" dt="2026-09-21T14:03:37.218" v="6" actId="2711"/>
          <ac:spMkLst>
            <pc:docMk/>
            <pc:sldMk cId="0" sldId="263"/>
            <ac:spMk id="333" creationId="{00000000-0000-0000-0000-000000000000}"/>
          </ac:spMkLst>
        </pc:spChg>
        <pc:spChg chg="mod">
          <ac:chgData name="LECONTE Jerome" userId="d69af9a9-2c00-4d51-90fa-948ed535b3d2" providerId="ADAL" clId="{095B365A-98E1-4944-95BD-97DF22D127EB}" dt="2026-09-21T14:03:37.218" v="6" actId="2711"/>
          <ac:spMkLst>
            <pc:docMk/>
            <pc:sldMk cId="0" sldId="263"/>
            <ac:spMk id="334" creationId="{00000000-0000-0000-0000-000000000000}"/>
          </ac:spMkLst>
        </pc:spChg>
      </pc:sldChg>
      <pc:sldChg chg="modSp mod">
        <pc:chgData name="LECONTE Jerome" userId="d69af9a9-2c00-4d51-90fa-948ed535b3d2" providerId="ADAL" clId="{095B365A-98E1-4944-95BD-97DF22D127EB}" dt="2026-09-21T14:04:40.482" v="13" actId="20577"/>
        <pc:sldMkLst>
          <pc:docMk/>
          <pc:sldMk cId="0" sldId="264"/>
        </pc:sldMkLst>
        <pc:spChg chg="mod">
          <ac:chgData name="LECONTE Jerome" userId="d69af9a9-2c00-4d51-90fa-948ed535b3d2" providerId="ADAL" clId="{095B365A-98E1-4944-95BD-97DF22D127EB}" dt="2026-09-21T14:04:05.952" v="7" actId="2711"/>
          <ac:spMkLst>
            <pc:docMk/>
            <pc:sldMk cId="0" sldId="264"/>
            <ac:spMk id="342" creationId="{00000000-0000-0000-0000-000000000000}"/>
          </ac:spMkLst>
        </pc:spChg>
        <pc:spChg chg="mod">
          <ac:chgData name="LECONTE Jerome" userId="d69af9a9-2c00-4d51-90fa-948ed535b3d2" providerId="ADAL" clId="{095B365A-98E1-4944-95BD-97DF22D127EB}" dt="2026-09-21T14:04:40.482" v="13" actId="20577"/>
          <ac:spMkLst>
            <pc:docMk/>
            <pc:sldMk cId="0" sldId="264"/>
            <ac:spMk id="343" creationId="{00000000-0000-0000-0000-000000000000}"/>
          </ac:spMkLst>
        </pc:spChg>
        <pc:picChg chg="mod">
          <ac:chgData name="LECONTE Jerome" userId="d69af9a9-2c00-4d51-90fa-948ed535b3d2" providerId="ADAL" clId="{095B365A-98E1-4944-95BD-97DF22D127EB}" dt="2026-09-21T14:04:37.145" v="12" actId="1076"/>
          <ac:picMkLst>
            <pc:docMk/>
            <pc:sldMk cId="0" sldId="264"/>
            <ac:picMk id="347" creationId="{00000000-0000-0000-0000-000000000000}"/>
          </ac:picMkLst>
        </pc:picChg>
      </pc:sldChg>
      <pc:sldChg chg="addSp modSp mod">
        <pc:chgData name="LECONTE Jerome" userId="d69af9a9-2c00-4d51-90fa-948ed535b3d2" providerId="ADAL" clId="{095B365A-98E1-4944-95BD-97DF22D127EB}" dt="2026-09-21T14:07:22.600" v="139" actId="1076"/>
        <pc:sldMkLst>
          <pc:docMk/>
          <pc:sldMk cId="0" sldId="265"/>
        </pc:sldMkLst>
        <pc:spChg chg="add mod">
          <ac:chgData name="LECONTE Jerome" userId="d69af9a9-2c00-4d51-90fa-948ed535b3d2" providerId="ADAL" clId="{095B365A-98E1-4944-95BD-97DF22D127EB}" dt="2026-09-21T14:05:41.555" v="18" actId="1582"/>
          <ac:spMkLst>
            <pc:docMk/>
            <pc:sldMk cId="0" sldId="265"/>
            <ac:spMk id="2" creationId="{E78D984A-D9EC-36D1-5032-DD52880E99E7}"/>
          </ac:spMkLst>
        </pc:spChg>
        <pc:spChg chg="add mod">
          <ac:chgData name="LECONTE Jerome" userId="d69af9a9-2c00-4d51-90fa-948ed535b3d2" providerId="ADAL" clId="{095B365A-98E1-4944-95BD-97DF22D127EB}" dt="2026-09-21T14:07:22.600" v="139" actId="1076"/>
          <ac:spMkLst>
            <pc:docMk/>
            <pc:sldMk cId="0" sldId="265"/>
            <ac:spMk id="3" creationId="{95A8AA0D-ACD6-ACD2-2D90-4FA07179D0C8}"/>
          </ac:spMkLst>
        </pc:spChg>
        <pc:spChg chg="mod">
          <ac:chgData name="LECONTE Jerome" userId="d69af9a9-2c00-4d51-90fa-948ed535b3d2" providerId="ADAL" clId="{095B365A-98E1-4944-95BD-97DF22D127EB}" dt="2026-09-21T14:05:17.801" v="14" actId="2711"/>
          <ac:spMkLst>
            <pc:docMk/>
            <pc:sldMk cId="0" sldId="265"/>
            <ac:spMk id="355" creationId="{00000000-0000-0000-0000-000000000000}"/>
          </ac:spMkLst>
        </pc:spChg>
      </pc:sldChg>
      <pc:sldChg chg="modSp mod">
        <pc:chgData name="LECONTE Jerome" userId="d69af9a9-2c00-4d51-90fa-948ed535b3d2" providerId="ADAL" clId="{095B365A-98E1-4944-95BD-97DF22D127EB}" dt="2026-09-21T14:08:12.342" v="149" actId="122"/>
        <pc:sldMkLst>
          <pc:docMk/>
          <pc:sldMk cId="0" sldId="266"/>
        </pc:sldMkLst>
        <pc:spChg chg="mod">
          <ac:chgData name="LECONTE Jerome" userId="d69af9a9-2c00-4d51-90fa-948ed535b3d2" providerId="ADAL" clId="{095B365A-98E1-4944-95BD-97DF22D127EB}" dt="2026-09-21T14:07:38.011" v="140" actId="2711"/>
          <ac:spMkLst>
            <pc:docMk/>
            <pc:sldMk cId="0" sldId="266"/>
            <ac:spMk id="367" creationId="{00000000-0000-0000-0000-000000000000}"/>
          </ac:spMkLst>
        </pc:spChg>
        <pc:spChg chg="mod">
          <ac:chgData name="LECONTE Jerome" userId="d69af9a9-2c00-4d51-90fa-948ed535b3d2" providerId="ADAL" clId="{095B365A-98E1-4944-95BD-97DF22D127EB}" dt="2026-09-21T14:07:58.212" v="145" actId="1076"/>
          <ac:spMkLst>
            <pc:docMk/>
            <pc:sldMk cId="0" sldId="266"/>
            <ac:spMk id="370" creationId="{00000000-0000-0000-0000-000000000000}"/>
          </ac:spMkLst>
        </pc:spChg>
        <pc:spChg chg="mod">
          <ac:chgData name="LECONTE Jerome" userId="d69af9a9-2c00-4d51-90fa-948ed535b3d2" providerId="ADAL" clId="{095B365A-98E1-4944-95BD-97DF22D127EB}" dt="2026-09-21T14:08:12.342" v="149" actId="122"/>
          <ac:spMkLst>
            <pc:docMk/>
            <pc:sldMk cId="0" sldId="266"/>
            <ac:spMk id="372" creationId="{00000000-0000-0000-0000-000000000000}"/>
          </ac:spMkLst>
        </pc:spChg>
      </pc:sldChg>
      <pc:sldChg chg="modSp mod">
        <pc:chgData name="LECONTE Jerome" userId="d69af9a9-2c00-4d51-90fa-948ed535b3d2" providerId="ADAL" clId="{095B365A-98E1-4944-95BD-97DF22D127EB}" dt="2026-09-21T14:09:00.724" v="158" actId="14100"/>
        <pc:sldMkLst>
          <pc:docMk/>
          <pc:sldMk cId="0" sldId="267"/>
        </pc:sldMkLst>
        <pc:spChg chg="mod">
          <ac:chgData name="LECONTE Jerome" userId="d69af9a9-2c00-4d51-90fa-948ed535b3d2" providerId="ADAL" clId="{095B365A-98E1-4944-95BD-97DF22D127EB}" dt="2026-09-21T14:09:00.724" v="158" actId="14100"/>
          <ac:spMkLst>
            <pc:docMk/>
            <pc:sldMk cId="0" sldId="267"/>
            <ac:spMk id="379" creationId="{00000000-0000-0000-0000-000000000000}"/>
          </ac:spMkLst>
        </pc:spChg>
      </pc:sldChg>
      <pc:sldChg chg="modSp mod">
        <pc:chgData name="LECONTE Jerome" userId="d69af9a9-2c00-4d51-90fa-948ed535b3d2" providerId="ADAL" clId="{095B365A-98E1-4944-95BD-97DF22D127EB}" dt="2026-09-21T14:11:21.392" v="197" actId="20577"/>
        <pc:sldMkLst>
          <pc:docMk/>
          <pc:sldMk cId="0" sldId="268"/>
        </pc:sldMkLst>
        <pc:spChg chg="mod">
          <ac:chgData name="LECONTE Jerome" userId="d69af9a9-2c00-4d51-90fa-948ed535b3d2" providerId="ADAL" clId="{095B365A-98E1-4944-95BD-97DF22D127EB}" dt="2026-09-21T14:09:20.074" v="159" actId="2711"/>
          <ac:spMkLst>
            <pc:docMk/>
            <pc:sldMk cId="0" sldId="268"/>
            <ac:spMk id="386" creationId="{00000000-0000-0000-0000-000000000000}"/>
          </ac:spMkLst>
        </pc:spChg>
        <pc:spChg chg="mod">
          <ac:chgData name="LECONTE Jerome" userId="d69af9a9-2c00-4d51-90fa-948ed535b3d2" providerId="ADAL" clId="{095B365A-98E1-4944-95BD-97DF22D127EB}" dt="2026-09-21T14:11:21.392" v="197" actId="20577"/>
          <ac:spMkLst>
            <pc:docMk/>
            <pc:sldMk cId="0" sldId="268"/>
            <ac:spMk id="387" creationId="{00000000-0000-0000-0000-000000000000}"/>
          </ac:spMkLst>
        </pc:spChg>
        <pc:picChg chg="mod">
          <ac:chgData name="LECONTE Jerome" userId="d69af9a9-2c00-4d51-90fa-948ed535b3d2" providerId="ADAL" clId="{095B365A-98E1-4944-95BD-97DF22D127EB}" dt="2026-09-21T14:10:11.640" v="162" actId="1076"/>
          <ac:picMkLst>
            <pc:docMk/>
            <pc:sldMk cId="0" sldId="268"/>
            <ac:picMk id="388" creationId="{00000000-0000-0000-0000-000000000000}"/>
          </ac:picMkLst>
        </pc:picChg>
      </pc:sldChg>
      <pc:sldChg chg="modSp mod">
        <pc:chgData name="LECONTE Jerome" userId="d69af9a9-2c00-4d51-90fa-948ed535b3d2" providerId="ADAL" clId="{095B365A-98E1-4944-95BD-97DF22D127EB}" dt="2026-09-21T14:13:02.815" v="210" actId="14100"/>
        <pc:sldMkLst>
          <pc:docMk/>
          <pc:sldMk cId="0" sldId="269"/>
        </pc:sldMkLst>
        <pc:spChg chg="mod">
          <ac:chgData name="LECONTE Jerome" userId="d69af9a9-2c00-4d51-90fa-948ed535b3d2" providerId="ADAL" clId="{095B365A-98E1-4944-95BD-97DF22D127EB}" dt="2026-09-21T14:12:07.408" v="201" actId="20577"/>
          <ac:spMkLst>
            <pc:docMk/>
            <pc:sldMk cId="0" sldId="269"/>
            <ac:spMk id="396" creationId="{00000000-0000-0000-0000-000000000000}"/>
          </ac:spMkLst>
        </pc:spChg>
        <pc:spChg chg="mod">
          <ac:chgData name="LECONTE Jerome" userId="d69af9a9-2c00-4d51-90fa-948ed535b3d2" providerId="ADAL" clId="{095B365A-98E1-4944-95BD-97DF22D127EB}" dt="2026-09-21T14:12:44.475" v="205" actId="13926"/>
          <ac:spMkLst>
            <pc:docMk/>
            <pc:sldMk cId="0" sldId="269"/>
            <ac:spMk id="397" creationId="{00000000-0000-0000-0000-000000000000}"/>
          </ac:spMkLst>
        </pc:spChg>
        <pc:spChg chg="mod">
          <ac:chgData name="LECONTE Jerome" userId="d69af9a9-2c00-4d51-90fa-948ed535b3d2" providerId="ADAL" clId="{095B365A-98E1-4944-95BD-97DF22D127EB}" dt="2026-09-21T14:12:51.775" v="207" actId="13926"/>
          <ac:spMkLst>
            <pc:docMk/>
            <pc:sldMk cId="0" sldId="269"/>
            <ac:spMk id="398" creationId="{00000000-0000-0000-0000-000000000000}"/>
          </ac:spMkLst>
        </pc:spChg>
        <pc:spChg chg="mod">
          <ac:chgData name="LECONTE Jerome" userId="d69af9a9-2c00-4d51-90fa-948ed535b3d2" providerId="ADAL" clId="{095B365A-98E1-4944-95BD-97DF22D127EB}" dt="2026-09-21T14:13:02.815" v="210" actId="14100"/>
          <ac:spMkLst>
            <pc:docMk/>
            <pc:sldMk cId="0" sldId="269"/>
            <ac:spMk id="399" creationId="{00000000-0000-0000-0000-000000000000}"/>
          </ac:spMkLst>
        </pc:spChg>
        <pc:picChg chg="mod">
          <ac:chgData name="LECONTE Jerome" userId="d69af9a9-2c00-4d51-90fa-948ed535b3d2" providerId="ADAL" clId="{095B365A-98E1-4944-95BD-97DF22D127EB}" dt="2026-09-21T14:12:28.058" v="204" actId="1076"/>
          <ac:picMkLst>
            <pc:docMk/>
            <pc:sldMk cId="0" sldId="269"/>
            <ac:picMk id="393" creationId="{00000000-0000-0000-0000-000000000000}"/>
          </ac:picMkLst>
        </pc:picChg>
      </pc:sldChg>
      <pc:sldChg chg="modSp mod">
        <pc:chgData name="LECONTE Jerome" userId="d69af9a9-2c00-4d51-90fa-948ed535b3d2" providerId="ADAL" clId="{095B365A-98E1-4944-95BD-97DF22D127EB}" dt="2026-09-21T14:14:38.191" v="259" actId="14100"/>
        <pc:sldMkLst>
          <pc:docMk/>
          <pc:sldMk cId="0" sldId="270"/>
        </pc:sldMkLst>
        <pc:spChg chg="mod">
          <ac:chgData name="LECONTE Jerome" userId="d69af9a9-2c00-4d51-90fa-948ed535b3d2" providerId="ADAL" clId="{095B365A-98E1-4944-95BD-97DF22D127EB}" dt="2026-09-21T14:14:06.512" v="238" actId="20577"/>
          <ac:spMkLst>
            <pc:docMk/>
            <pc:sldMk cId="0" sldId="270"/>
            <ac:spMk id="407" creationId="{00000000-0000-0000-0000-000000000000}"/>
          </ac:spMkLst>
        </pc:spChg>
        <pc:spChg chg="mod">
          <ac:chgData name="LECONTE Jerome" userId="d69af9a9-2c00-4d51-90fa-948ed535b3d2" providerId="ADAL" clId="{095B365A-98E1-4944-95BD-97DF22D127EB}" dt="2026-09-21T14:13:24.328" v="211" actId="13926"/>
          <ac:spMkLst>
            <pc:docMk/>
            <pc:sldMk cId="0" sldId="270"/>
            <ac:spMk id="408" creationId="{00000000-0000-0000-0000-000000000000}"/>
          </ac:spMkLst>
        </pc:spChg>
        <pc:spChg chg="mod">
          <ac:chgData name="LECONTE Jerome" userId="d69af9a9-2c00-4d51-90fa-948ed535b3d2" providerId="ADAL" clId="{095B365A-98E1-4944-95BD-97DF22D127EB}" dt="2026-09-21T14:13:29.376" v="212" actId="13926"/>
          <ac:spMkLst>
            <pc:docMk/>
            <pc:sldMk cId="0" sldId="270"/>
            <ac:spMk id="409" creationId="{00000000-0000-0000-0000-000000000000}"/>
          </ac:spMkLst>
        </pc:spChg>
        <pc:spChg chg="mod">
          <ac:chgData name="LECONTE Jerome" userId="d69af9a9-2c00-4d51-90fa-948ed535b3d2" providerId="ADAL" clId="{095B365A-98E1-4944-95BD-97DF22D127EB}" dt="2026-09-21T14:14:38.191" v="259" actId="14100"/>
          <ac:spMkLst>
            <pc:docMk/>
            <pc:sldMk cId="0" sldId="270"/>
            <ac:spMk id="410" creationId="{00000000-0000-0000-0000-000000000000}"/>
          </ac:spMkLst>
        </pc:spChg>
        <pc:spChg chg="mod">
          <ac:chgData name="LECONTE Jerome" userId="d69af9a9-2c00-4d51-90fa-948ed535b3d2" providerId="ADAL" clId="{095B365A-98E1-4944-95BD-97DF22D127EB}" dt="2026-09-21T14:14:26.730" v="258" actId="20577"/>
          <ac:spMkLst>
            <pc:docMk/>
            <pc:sldMk cId="0" sldId="270"/>
            <ac:spMk id="411" creationId="{00000000-0000-0000-0000-000000000000}"/>
          </ac:spMkLst>
        </pc:spChg>
      </pc:sldChg>
      <pc:sldChg chg="modSp mod">
        <pc:chgData name="LECONTE Jerome" userId="d69af9a9-2c00-4d51-90fa-948ed535b3d2" providerId="ADAL" clId="{095B365A-98E1-4944-95BD-97DF22D127EB}" dt="2026-09-21T14:15:24.460" v="267" actId="13926"/>
        <pc:sldMkLst>
          <pc:docMk/>
          <pc:sldMk cId="0" sldId="271"/>
        </pc:sldMkLst>
        <pc:spChg chg="mod">
          <ac:chgData name="LECONTE Jerome" userId="d69af9a9-2c00-4d51-90fa-948ed535b3d2" providerId="ADAL" clId="{095B365A-98E1-4944-95BD-97DF22D127EB}" dt="2026-09-21T14:14:53.720" v="261"/>
          <ac:spMkLst>
            <pc:docMk/>
            <pc:sldMk cId="0" sldId="271"/>
            <ac:spMk id="420" creationId="{00000000-0000-0000-0000-000000000000}"/>
          </ac:spMkLst>
        </pc:spChg>
        <pc:spChg chg="mod">
          <ac:chgData name="LECONTE Jerome" userId="d69af9a9-2c00-4d51-90fa-948ed535b3d2" providerId="ADAL" clId="{095B365A-98E1-4944-95BD-97DF22D127EB}" dt="2026-09-21T14:15:14.189" v="265" actId="13926"/>
          <ac:spMkLst>
            <pc:docMk/>
            <pc:sldMk cId="0" sldId="271"/>
            <ac:spMk id="421" creationId="{00000000-0000-0000-0000-000000000000}"/>
          </ac:spMkLst>
        </pc:spChg>
        <pc:spChg chg="mod">
          <ac:chgData name="LECONTE Jerome" userId="d69af9a9-2c00-4d51-90fa-948ed535b3d2" providerId="ADAL" clId="{095B365A-98E1-4944-95BD-97DF22D127EB}" dt="2026-09-21T14:15:18.836" v="266" actId="13926"/>
          <ac:spMkLst>
            <pc:docMk/>
            <pc:sldMk cId="0" sldId="271"/>
            <ac:spMk id="422" creationId="{00000000-0000-0000-0000-000000000000}"/>
          </ac:spMkLst>
        </pc:spChg>
        <pc:spChg chg="mod">
          <ac:chgData name="LECONTE Jerome" userId="d69af9a9-2c00-4d51-90fa-948ed535b3d2" providerId="ADAL" clId="{095B365A-98E1-4944-95BD-97DF22D127EB}" dt="2026-09-21T14:15:24.460" v="267" actId="13926"/>
          <ac:spMkLst>
            <pc:docMk/>
            <pc:sldMk cId="0" sldId="271"/>
            <ac:spMk id="423" creationId="{00000000-0000-0000-0000-000000000000}"/>
          </ac:spMkLst>
        </pc:spChg>
        <pc:picChg chg="mod">
          <ac:chgData name="LECONTE Jerome" userId="d69af9a9-2c00-4d51-90fa-948ed535b3d2" providerId="ADAL" clId="{095B365A-98E1-4944-95BD-97DF22D127EB}" dt="2026-09-21T14:15:06.836" v="264" actId="1076"/>
          <ac:picMkLst>
            <pc:docMk/>
            <pc:sldMk cId="0" sldId="271"/>
            <ac:picMk id="417" creationId="{00000000-0000-0000-0000-000000000000}"/>
          </ac:picMkLst>
        </pc:picChg>
      </pc:sldChg>
      <pc:sldChg chg="modSp mod">
        <pc:chgData name="LECONTE Jerome" userId="d69af9a9-2c00-4d51-90fa-948ed535b3d2" providerId="ADAL" clId="{095B365A-98E1-4944-95BD-97DF22D127EB}" dt="2026-09-21T14:17:10.858" v="288" actId="113"/>
        <pc:sldMkLst>
          <pc:docMk/>
          <pc:sldMk cId="0" sldId="272"/>
        </pc:sldMkLst>
        <pc:spChg chg="mod">
          <ac:chgData name="LECONTE Jerome" userId="d69af9a9-2c00-4d51-90fa-948ed535b3d2" providerId="ADAL" clId="{095B365A-98E1-4944-95BD-97DF22D127EB}" dt="2026-09-21T14:17:10.858" v="288" actId="113"/>
          <ac:spMkLst>
            <pc:docMk/>
            <pc:sldMk cId="0" sldId="272"/>
            <ac:spMk id="431" creationId="{00000000-0000-0000-0000-000000000000}"/>
          </ac:spMkLst>
        </pc:spChg>
        <pc:spChg chg="mod">
          <ac:chgData name="LECONTE Jerome" userId="d69af9a9-2c00-4d51-90fa-948ed535b3d2" providerId="ADAL" clId="{095B365A-98E1-4944-95BD-97DF22D127EB}" dt="2026-09-21T14:17:05.988" v="287" actId="13926"/>
          <ac:spMkLst>
            <pc:docMk/>
            <pc:sldMk cId="0" sldId="272"/>
            <ac:spMk id="432" creationId="{00000000-0000-0000-0000-000000000000}"/>
          </ac:spMkLst>
        </pc:spChg>
        <pc:spChg chg="mod">
          <ac:chgData name="LECONTE Jerome" userId="d69af9a9-2c00-4d51-90fa-948ed535b3d2" providerId="ADAL" clId="{095B365A-98E1-4944-95BD-97DF22D127EB}" dt="2026-09-21T14:16:55.386" v="285" actId="20577"/>
          <ac:spMkLst>
            <pc:docMk/>
            <pc:sldMk cId="0" sldId="272"/>
            <ac:spMk id="433" creationId="{00000000-0000-0000-0000-000000000000}"/>
          </ac:spMkLst>
        </pc:spChg>
        <pc:spChg chg="mod">
          <ac:chgData name="LECONTE Jerome" userId="d69af9a9-2c00-4d51-90fa-948ed535b3d2" providerId="ADAL" clId="{095B365A-98E1-4944-95BD-97DF22D127EB}" dt="2026-09-21T14:17:00.816" v="286" actId="13926"/>
          <ac:spMkLst>
            <pc:docMk/>
            <pc:sldMk cId="0" sldId="272"/>
            <ac:spMk id="434" creationId="{00000000-0000-0000-0000-000000000000}"/>
          </ac:spMkLst>
        </pc:spChg>
      </pc:sldChg>
      <pc:sldChg chg="modSp mod">
        <pc:chgData name="LECONTE Jerome" userId="d69af9a9-2c00-4d51-90fa-948ed535b3d2" providerId="ADAL" clId="{095B365A-98E1-4944-95BD-97DF22D127EB}" dt="2026-09-21T14:17:42.185" v="290" actId="13926"/>
        <pc:sldMkLst>
          <pc:docMk/>
          <pc:sldMk cId="0" sldId="273"/>
        </pc:sldMkLst>
        <pc:spChg chg="mod">
          <ac:chgData name="LECONTE Jerome" userId="d69af9a9-2c00-4d51-90fa-948ed535b3d2" providerId="ADAL" clId="{095B365A-98E1-4944-95BD-97DF22D127EB}" dt="2026-09-21T14:17:42.185" v="290" actId="13926"/>
          <ac:spMkLst>
            <pc:docMk/>
            <pc:sldMk cId="0" sldId="273"/>
            <ac:spMk id="444" creationId="{00000000-0000-0000-0000-000000000000}"/>
          </ac:spMkLst>
        </pc:spChg>
      </pc:sldChg>
      <pc:sldChg chg="modSp mod">
        <pc:chgData name="LECONTE Jerome" userId="d69af9a9-2c00-4d51-90fa-948ed535b3d2" providerId="ADAL" clId="{095B365A-98E1-4944-95BD-97DF22D127EB}" dt="2026-09-21T14:29:16.570" v="307" actId="113"/>
        <pc:sldMkLst>
          <pc:docMk/>
          <pc:sldMk cId="0" sldId="274"/>
        </pc:sldMkLst>
        <pc:spChg chg="mod">
          <ac:chgData name="LECONTE Jerome" userId="d69af9a9-2c00-4d51-90fa-948ed535b3d2" providerId="ADAL" clId="{095B365A-98E1-4944-95BD-97DF22D127EB}" dt="2026-09-21T14:28:10.869" v="296" actId="113"/>
          <ac:spMkLst>
            <pc:docMk/>
            <pc:sldMk cId="0" sldId="274"/>
            <ac:spMk id="453" creationId="{00000000-0000-0000-0000-000000000000}"/>
          </ac:spMkLst>
        </pc:spChg>
        <pc:spChg chg="mod">
          <ac:chgData name="LECONTE Jerome" userId="d69af9a9-2c00-4d51-90fa-948ed535b3d2" providerId="ADAL" clId="{095B365A-98E1-4944-95BD-97DF22D127EB}" dt="2026-09-21T14:28:16.755" v="297" actId="13926"/>
          <ac:spMkLst>
            <pc:docMk/>
            <pc:sldMk cId="0" sldId="274"/>
            <ac:spMk id="454" creationId="{00000000-0000-0000-0000-000000000000}"/>
          </ac:spMkLst>
        </pc:spChg>
        <pc:spChg chg="mod">
          <ac:chgData name="LECONTE Jerome" userId="d69af9a9-2c00-4d51-90fa-948ed535b3d2" providerId="ADAL" clId="{095B365A-98E1-4944-95BD-97DF22D127EB}" dt="2026-09-21T14:28:27.391" v="299" actId="13926"/>
          <ac:spMkLst>
            <pc:docMk/>
            <pc:sldMk cId="0" sldId="274"/>
            <ac:spMk id="455" creationId="{00000000-0000-0000-0000-000000000000}"/>
          </ac:spMkLst>
        </pc:spChg>
        <pc:spChg chg="mod">
          <ac:chgData name="LECONTE Jerome" userId="d69af9a9-2c00-4d51-90fa-948ed535b3d2" providerId="ADAL" clId="{095B365A-98E1-4944-95BD-97DF22D127EB}" dt="2026-09-21T14:28:21.442" v="298" actId="13926"/>
          <ac:spMkLst>
            <pc:docMk/>
            <pc:sldMk cId="0" sldId="274"/>
            <ac:spMk id="456" creationId="{00000000-0000-0000-0000-000000000000}"/>
          </ac:spMkLst>
        </pc:spChg>
        <pc:spChg chg="mod">
          <ac:chgData name="LECONTE Jerome" userId="d69af9a9-2c00-4d51-90fa-948ed535b3d2" providerId="ADAL" clId="{095B365A-98E1-4944-95BD-97DF22D127EB}" dt="2026-09-21T14:29:16.570" v="307" actId="113"/>
          <ac:spMkLst>
            <pc:docMk/>
            <pc:sldMk cId="0" sldId="274"/>
            <ac:spMk id="457" creationId="{00000000-0000-0000-0000-000000000000}"/>
          </ac:spMkLst>
        </pc:spChg>
        <pc:spChg chg="mod">
          <ac:chgData name="LECONTE Jerome" userId="d69af9a9-2c00-4d51-90fa-948ed535b3d2" providerId="ADAL" clId="{095B365A-98E1-4944-95BD-97DF22D127EB}" dt="2026-09-21T14:28:44.948" v="300" actId="13926"/>
          <ac:spMkLst>
            <pc:docMk/>
            <pc:sldMk cId="0" sldId="274"/>
            <ac:spMk id="459" creationId="{00000000-0000-0000-0000-000000000000}"/>
          </ac:spMkLst>
        </pc:spChg>
        <pc:spChg chg="mod">
          <ac:chgData name="LECONTE Jerome" userId="d69af9a9-2c00-4d51-90fa-948ed535b3d2" providerId="ADAL" clId="{095B365A-98E1-4944-95BD-97DF22D127EB}" dt="2026-09-21T14:28:51.533" v="301" actId="13926"/>
          <ac:spMkLst>
            <pc:docMk/>
            <pc:sldMk cId="0" sldId="274"/>
            <ac:spMk id="460" creationId="{00000000-0000-0000-0000-000000000000}"/>
          </ac:spMkLst>
        </pc:spChg>
        <pc:spChg chg="mod">
          <ac:chgData name="LECONTE Jerome" userId="d69af9a9-2c00-4d51-90fa-948ed535b3d2" providerId="ADAL" clId="{095B365A-98E1-4944-95BD-97DF22D127EB}" dt="2026-09-21T14:29:03.192" v="302" actId="13926"/>
          <ac:spMkLst>
            <pc:docMk/>
            <pc:sldMk cId="0" sldId="274"/>
            <ac:spMk id="463" creationId="{00000000-0000-0000-0000-000000000000}"/>
          </ac:spMkLst>
        </pc:spChg>
      </pc:sldChg>
      <pc:sldChg chg="modSp mod">
        <pc:chgData name="LECONTE Jerome" userId="d69af9a9-2c00-4d51-90fa-948ed535b3d2" providerId="ADAL" clId="{095B365A-98E1-4944-95BD-97DF22D127EB}" dt="2026-09-21T14:55:31.903" v="338" actId="13926"/>
        <pc:sldMkLst>
          <pc:docMk/>
          <pc:sldMk cId="0" sldId="275"/>
        </pc:sldMkLst>
        <pc:spChg chg="mod">
          <ac:chgData name="LECONTE Jerome" userId="d69af9a9-2c00-4d51-90fa-948ed535b3d2" providerId="ADAL" clId="{095B365A-98E1-4944-95BD-97DF22D127EB}" dt="2026-09-21T14:30:04.171" v="314" actId="404"/>
          <ac:spMkLst>
            <pc:docMk/>
            <pc:sldMk cId="0" sldId="275"/>
            <ac:spMk id="470" creationId="{00000000-0000-0000-0000-000000000000}"/>
          </ac:spMkLst>
        </pc:spChg>
        <pc:spChg chg="mod">
          <ac:chgData name="LECONTE Jerome" userId="d69af9a9-2c00-4d51-90fa-948ed535b3d2" providerId="ADAL" clId="{095B365A-98E1-4944-95BD-97DF22D127EB}" dt="2026-09-21T14:55:31.903" v="338" actId="13926"/>
          <ac:spMkLst>
            <pc:docMk/>
            <pc:sldMk cId="0" sldId="275"/>
            <ac:spMk id="480" creationId="{00000000-0000-0000-0000-000000000000}"/>
          </ac:spMkLst>
        </pc:spChg>
      </pc:sldChg>
      <pc:sldChg chg="addSp modSp mod">
        <pc:chgData name="LECONTE Jerome" userId="d69af9a9-2c00-4d51-90fa-948ed535b3d2" providerId="ADAL" clId="{095B365A-98E1-4944-95BD-97DF22D127EB}" dt="2026-09-21T14:55:22.023" v="337" actId="14100"/>
        <pc:sldMkLst>
          <pc:docMk/>
          <pc:sldMk cId="0" sldId="276"/>
        </pc:sldMkLst>
        <pc:spChg chg="add mod">
          <ac:chgData name="LECONTE Jerome" userId="d69af9a9-2c00-4d51-90fa-948ed535b3d2" providerId="ADAL" clId="{095B365A-98E1-4944-95BD-97DF22D127EB}" dt="2026-09-21T14:55:22.023" v="337" actId="14100"/>
          <ac:spMkLst>
            <pc:docMk/>
            <pc:sldMk cId="0" sldId="276"/>
            <ac:spMk id="3" creationId="{159F74D7-E9C6-7DBC-FCE8-33B207D2B122}"/>
          </ac:spMkLst>
        </pc:spChg>
        <pc:spChg chg="mod">
          <ac:chgData name="LECONTE Jerome" userId="d69af9a9-2c00-4d51-90fa-948ed535b3d2" providerId="ADAL" clId="{095B365A-98E1-4944-95BD-97DF22D127EB}" dt="2026-09-21T14:53:04.751" v="315"/>
          <ac:spMkLst>
            <pc:docMk/>
            <pc:sldMk cId="0" sldId="276"/>
            <ac:spMk id="488" creationId="{00000000-0000-0000-0000-000000000000}"/>
          </ac:spMkLst>
        </pc:spChg>
        <pc:spChg chg="mod">
          <ac:chgData name="LECONTE Jerome" userId="d69af9a9-2c00-4d51-90fa-948ed535b3d2" providerId="ADAL" clId="{095B365A-98E1-4944-95BD-97DF22D127EB}" dt="2026-09-21T14:53:25.302" v="316"/>
          <ac:spMkLst>
            <pc:docMk/>
            <pc:sldMk cId="0" sldId="276"/>
            <ac:spMk id="497" creationId="{00000000-0000-0000-0000-000000000000}"/>
          </ac:spMkLst>
        </pc:spChg>
      </pc:sldChg>
      <pc:sldChg chg="addSp modSp mod">
        <pc:chgData name="LECONTE Jerome" userId="d69af9a9-2c00-4d51-90fa-948ed535b3d2" providerId="ADAL" clId="{095B365A-98E1-4944-95BD-97DF22D127EB}" dt="2026-09-21T14:54:53.219" v="334" actId="14100"/>
        <pc:sldMkLst>
          <pc:docMk/>
          <pc:sldMk cId="0" sldId="277"/>
        </pc:sldMkLst>
        <pc:spChg chg="add mod">
          <ac:chgData name="LECONTE Jerome" userId="d69af9a9-2c00-4d51-90fa-948ed535b3d2" providerId="ADAL" clId="{095B365A-98E1-4944-95BD-97DF22D127EB}" dt="2026-09-21T14:54:53.219" v="334" actId="14100"/>
          <ac:spMkLst>
            <pc:docMk/>
            <pc:sldMk cId="0" sldId="277"/>
            <ac:spMk id="3" creationId="{2EA4778B-2E61-79D0-CFDA-DF48453F5D62}"/>
          </ac:spMkLst>
        </pc:spChg>
        <pc:spChg chg="mod">
          <ac:chgData name="LECONTE Jerome" userId="d69af9a9-2c00-4d51-90fa-948ed535b3d2" providerId="ADAL" clId="{095B365A-98E1-4944-95BD-97DF22D127EB}" dt="2026-09-21T14:53:46.815" v="318" actId="14100"/>
          <ac:spMkLst>
            <pc:docMk/>
            <pc:sldMk cId="0" sldId="277"/>
            <ac:spMk id="505" creationId="{00000000-0000-0000-0000-000000000000}"/>
          </ac:spMkLst>
        </pc:spChg>
      </pc:sldChg>
      <pc:sldChg chg="addSp modSp mod">
        <pc:chgData name="LECONTE Jerome" userId="d69af9a9-2c00-4d51-90fa-948ed535b3d2" providerId="ADAL" clId="{095B365A-98E1-4944-95BD-97DF22D127EB}" dt="2026-09-21T14:54:48.186" v="331" actId="14100"/>
        <pc:sldMkLst>
          <pc:docMk/>
          <pc:sldMk cId="0" sldId="278"/>
        </pc:sldMkLst>
        <pc:spChg chg="add mod">
          <ac:chgData name="LECONTE Jerome" userId="d69af9a9-2c00-4d51-90fa-948ed535b3d2" providerId="ADAL" clId="{095B365A-98E1-4944-95BD-97DF22D127EB}" dt="2026-09-21T14:54:48.186" v="331" actId="14100"/>
          <ac:spMkLst>
            <pc:docMk/>
            <pc:sldMk cId="0" sldId="278"/>
            <ac:spMk id="3" creationId="{DC1377E8-B5C4-6FB2-873D-243F9FAA1242}"/>
          </ac:spMkLst>
        </pc:spChg>
        <pc:spChg chg="mod">
          <ac:chgData name="LECONTE Jerome" userId="d69af9a9-2c00-4d51-90fa-948ed535b3d2" providerId="ADAL" clId="{095B365A-98E1-4944-95BD-97DF22D127EB}" dt="2026-09-21T14:53:55.271" v="319"/>
          <ac:spMkLst>
            <pc:docMk/>
            <pc:sldMk cId="0" sldId="278"/>
            <ac:spMk id="514" creationId="{00000000-0000-0000-0000-000000000000}"/>
          </ac:spMkLst>
        </pc:spChg>
        <pc:spChg chg="mod">
          <ac:chgData name="LECONTE Jerome" userId="d69af9a9-2c00-4d51-90fa-948ed535b3d2" providerId="ADAL" clId="{095B365A-98E1-4944-95BD-97DF22D127EB}" dt="2026-09-21T14:54:06.726" v="322" actId="14100"/>
          <ac:spMkLst>
            <pc:docMk/>
            <pc:sldMk cId="0" sldId="278"/>
            <ac:spMk id="517" creationId="{00000000-0000-0000-0000-000000000000}"/>
          </ac:spMkLst>
        </pc:spChg>
        <pc:spChg chg="mod">
          <ac:chgData name="LECONTE Jerome" userId="d69af9a9-2c00-4d51-90fa-948ed535b3d2" providerId="ADAL" clId="{095B365A-98E1-4944-95BD-97DF22D127EB}" dt="2026-09-21T14:53:59.456" v="320"/>
          <ac:spMkLst>
            <pc:docMk/>
            <pc:sldMk cId="0" sldId="278"/>
            <ac:spMk id="523" creationId="{00000000-0000-0000-0000-000000000000}"/>
          </ac:spMkLst>
        </pc:spChg>
      </pc:sldChg>
      <pc:sldChg chg="addSp modSp mod">
        <pc:chgData name="LECONTE Jerome" userId="d69af9a9-2c00-4d51-90fa-948ed535b3d2" providerId="ADAL" clId="{095B365A-98E1-4944-95BD-97DF22D127EB}" dt="2026-09-21T14:54:36.182" v="327" actId="207"/>
        <pc:sldMkLst>
          <pc:docMk/>
          <pc:sldMk cId="0" sldId="279"/>
        </pc:sldMkLst>
        <pc:spChg chg="add mod">
          <ac:chgData name="LECONTE Jerome" userId="d69af9a9-2c00-4d51-90fa-948ed535b3d2" providerId="ADAL" clId="{095B365A-98E1-4944-95BD-97DF22D127EB}" dt="2026-09-21T14:54:36.182" v="327" actId="207"/>
          <ac:spMkLst>
            <pc:docMk/>
            <pc:sldMk cId="0" sldId="279"/>
            <ac:spMk id="2" creationId="{AF2F9B8E-0D48-C5C8-ECFB-905462CF45CA}"/>
          </ac:spMkLst>
        </pc:spChg>
        <pc:spChg chg="mod">
          <ac:chgData name="LECONTE Jerome" userId="d69af9a9-2c00-4d51-90fa-948ed535b3d2" providerId="ADAL" clId="{095B365A-98E1-4944-95BD-97DF22D127EB}" dt="2026-09-21T14:54:15.911" v="323"/>
          <ac:spMkLst>
            <pc:docMk/>
            <pc:sldMk cId="0" sldId="279"/>
            <ac:spMk id="53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9787" cy="498693"/>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55838" y="0"/>
            <a:ext cx="2949787" cy="498693"/>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0720" y="4783307"/>
            <a:ext cx="5445760" cy="39136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440647"/>
            <a:ext cx="2949787" cy="498692"/>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55838" y="9440647"/>
            <a:ext cx="2949787" cy="49869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‹N°›</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7: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7:notes"/>
          <p:cNvSpPr txBox="1">
            <a:spLocks noGrp="1"/>
          </p:cNvSpPr>
          <p:nvPr>
            <p:ph type="body" idx="1"/>
          </p:nvPr>
        </p:nvSpPr>
        <p:spPr>
          <a:xfrm>
            <a:off x="680720" y="4783307"/>
            <a:ext cx="5445760" cy="39136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8: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p8:notes"/>
          <p:cNvSpPr txBox="1">
            <a:spLocks noGrp="1"/>
          </p:cNvSpPr>
          <p:nvPr>
            <p:ph type="body" idx="1"/>
          </p:nvPr>
        </p:nvSpPr>
        <p:spPr>
          <a:xfrm>
            <a:off x="680720" y="4783307"/>
            <a:ext cx="5445760" cy="3913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329" name="Google Shape;329;p8:notes"/>
          <p:cNvSpPr txBox="1">
            <a:spLocks noGrp="1"/>
          </p:cNvSpPr>
          <p:nvPr>
            <p:ph type="dt" idx="10"/>
          </p:nvPr>
        </p:nvSpPr>
        <p:spPr>
          <a:xfrm>
            <a:off x="3855838" y="0"/>
            <a:ext cx="2949787" cy="49869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330" name="Google Shape;330;p8:notes"/>
          <p:cNvSpPr txBox="1">
            <a:spLocks noGrp="1"/>
          </p:cNvSpPr>
          <p:nvPr>
            <p:ph type="ftr" idx="11"/>
          </p:nvPr>
        </p:nvSpPr>
        <p:spPr>
          <a:xfrm>
            <a:off x="0" y="9440647"/>
            <a:ext cx="2949787" cy="498692"/>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SzPts val="1400"/>
              <a:buNone/>
            </a:pPr>
            <a:r>
              <a:rPr lang="en-US"/>
              <a:t>page.1</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9: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9:notes"/>
          <p:cNvSpPr txBox="1">
            <a:spLocks noGrp="1"/>
          </p:cNvSpPr>
          <p:nvPr>
            <p:ph type="body" idx="1"/>
          </p:nvPr>
        </p:nvSpPr>
        <p:spPr>
          <a:xfrm>
            <a:off x="680720" y="4783307"/>
            <a:ext cx="5445760" cy="3913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339" name="Google Shape;339;p9:notes"/>
          <p:cNvSpPr txBox="1">
            <a:spLocks noGrp="1"/>
          </p:cNvSpPr>
          <p:nvPr>
            <p:ph type="dt" idx="10"/>
          </p:nvPr>
        </p:nvSpPr>
        <p:spPr>
          <a:xfrm>
            <a:off x="3855838" y="0"/>
            <a:ext cx="2949787" cy="49869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340" name="Google Shape;340;p9:notes"/>
          <p:cNvSpPr txBox="1">
            <a:spLocks noGrp="1"/>
          </p:cNvSpPr>
          <p:nvPr>
            <p:ph type="ftr" idx="11"/>
          </p:nvPr>
        </p:nvSpPr>
        <p:spPr>
          <a:xfrm>
            <a:off x="0" y="9440647"/>
            <a:ext cx="2949787" cy="498692"/>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SzPts val="1400"/>
              <a:buNone/>
            </a:pPr>
            <a:r>
              <a:rPr lang="en-US"/>
              <a:t>page.1</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0: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0" name="Google Shape;350;p10:notes"/>
          <p:cNvSpPr txBox="1">
            <a:spLocks noGrp="1"/>
          </p:cNvSpPr>
          <p:nvPr>
            <p:ph type="body" idx="1"/>
          </p:nvPr>
        </p:nvSpPr>
        <p:spPr>
          <a:xfrm>
            <a:off x="680720" y="4783307"/>
            <a:ext cx="5445760" cy="3913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351" name="Google Shape;351;p10:notes"/>
          <p:cNvSpPr txBox="1">
            <a:spLocks noGrp="1"/>
          </p:cNvSpPr>
          <p:nvPr>
            <p:ph type="dt" idx="10"/>
          </p:nvPr>
        </p:nvSpPr>
        <p:spPr>
          <a:xfrm>
            <a:off x="3855838" y="0"/>
            <a:ext cx="2949787" cy="49869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352" name="Google Shape;352;p10:notes"/>
          <p:cNvSpPr txBox="1">
            <a:spLocks noGrp="1"/>
          </p:cNvSpPr>
          <p:nvPr>
            <p:ph type="ftr" idx="11"/>
          </p:nvPr>
        </p:nvSpPr>
        <p:spPr>
          <a:xfrm>
            <a:off x="0" y="9440647"/>
            <a:ext cx="2949787" cy="498692"/>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SzPts val="1400"/>
              <a:buNone/>
            </a:pPr>
            <a:r>
              <a:rPr lang="en-US"/>
              <a:t>page.1</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11: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11:notes"/>
          <p:cNvSpPr txBox="1">
            <a:spLocks noGrp="1"/>
          </p:cNvSpPr>
          <p:nvPr>
            <p:ph type="body" idx="1"/>
          </p:nvPr>
        </p:nvSpPr>
        <p:spPr>
          <a:xfrm>
            <a:off x="680720" y="4783307"/>
            <a:ext cx="5445760" cy="3913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363" name="Google Shape;363;p11:notes"/>
          <p:cNvSpPr txBox="1">
            <a:spLocks noGrp="1"/>
          </p:cNvSpPr>
          <p:nvPr>
            <p:ph type="dt" idx="10"/>
          </p:nvPr>
        </p:nvSpPr>
        <p:spPr>
          <a:xfrm>
            <a:off x="3855838" y="0"/>
            <a:ext cx="2949787" cy="49869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364" name="Google Shape;364;p11:notes"/>
          <p:cNvSpPr txBox="1">
            <a:spLocks noGrp="1"/>
          </p:cNvSpPr>
          <p:nvPr>
            <p:ph type="ftr" idx="11"/>
          </p:nvPr>
        </p:nvSpPr>
        <p:spPr>
          <a:xfrm>
            <a:off x="0" y="9440647"/>
            <a:ext cx="2949787" cy="498692"/>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SzPts val="1400"/>
              <a:buNone/>
            </a:pPr>
            <a:r>
              <a:rPr lang="en-US"/>
              <a:t>page.1</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2:notes"/>
          <p:cNvSpPr txBox="1">
            <a:spLocks noGrp="1"/>
          </p:cNvSpPr>
          <p:nvPr>
            <p:ph type="body" idx="1"/>
          </p:nvPr>
        </p:nvSpPr>
        <p:spPr>
          <a:xfrm>
            <a:off x="680720" y="4783307"/>
            <a:ext cx="5445760" cy="3913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12: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13:notes"/>
          <p:cNvSpPr txBox="1">
            <a:spLocks noGrp="1"/>
          </p:cNvSpPr>
          <p:nvPr>
            <p:ph type="body" idx="1"/>
          </p:nvPr>
        </p:nvSpPr>
        <p:spPr>
          <a:xfrm>
            <a:off x="680720" y="4783307"/>
            <a:ext cx="5445760" cy="3913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13: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4:notes"/>
          <p:cNvSpPr txBox="1">
            <a:spLocks noGrp="1"/>
          </p:cNvSpPr>
          <p:nvPr>
            <p:ph type="body" idx="1"/>
          </p:nvPr>
        </p:nvSpPr>
        <p:spPr>
          <a:xfrm>
            <a:off x="680720" y="4783307"/>
            <a:ext cx="5445760" cy="3913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14: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15:notes"/>
          <p:cNvSpPr txBox="1">
            <a:spLocks noGrp="1"/>
          </p:cNvSpPr>
          <p:nvPr>
            <p:ph type="body" idx="1"/>
          </p:nvPr>
        </p:nvSpPr>
        <p:spPr>
          <a:xfrm>
            <a:off x="680720" y="4783307"/>
            <a:ext cx="5445760" cy="3913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15: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16:notes"/>
          <p:cNvSpPr txBox="1">
            <a:spLocks noGrp="1"/>
          </p:cNvSpPr>
          <p:nvPr>
            <p:ph type="body" idx="1"/>
          </p:nvPr>
        </p:nvSpPr>
        <p:spPr>
          <a:xfrm>
            <a:off x="680720" y="4783307"/>
            <a:ext cx="5445760" cy="3913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16: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17:notes"/>
          <p:cNvSpPr txBox="1">
            <a:spLocks noGrp="1"/>
          </p:cNvSpPr>
          <p:nvPr>
            <p:ph type="body" idx="1"/>
          </p:nvPr>
        </p:nvSpPr>
        <p:spPr>
          <a:xfrm>
            <a:off x="680720" y="4783307"/>
            <a:ext cx="5445760" cy="3913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17: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8:notes"/>
          <p:cNvSpPr txBox="1">
            <a:spLocks noGrp="1"/>
          </p:cNvSpPr>
          <p:nvPr>
            <p:ph type="body" idx="1"/>
          </p:nvPr>
        </p:nvSpPr>
        <p:spPr>
          <a:xfrm>
            <a:off x="680720" y="4783307"/>
            <a:ext cx="5445760" cy="3913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7" name="Google Shape;437;p18: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19:notes"/>
          <p:cNvSpPr txBox="1">
            <a:spLocks noGrp="1"/>
          </p:cNvSpPr>
          <p:nvPr>
            <p:ph type="body" idx="1"/>
          </p:nvPr>
        </p:nvSpPr>
        <p:spPr>
          <a:xfrm>
            <a:off x="680720" y="4783307"/>
            <a:ext cx="5445760" cy="3913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19: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20:notes"/>
          <p:cNvSpPr txBox="1">
            <a:spLocks noGrp="1"/>
          </p:cNvSpPr>
          <p:nvPr>
            <p:ph type="body" idx="1"/>
          </p:nvPr>
        </p:nvSpPr>
        <p:spPr>
          <a:xfrm>
            <a:off x="680720" y="4783307"/>
            <a:ext cx="5445760" cy="391361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6" name="Google Shape;466;p20: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21: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3" name="Google Shape;483;p21:notes"/>
          <p:cNvSpPr txBox="1">
            <a:spLocks noGrp="1"/>
          </p:cNvSpPr>
          <p:nvPr>
            <p:ph type="body" idx="1"/>
          </p:nvPr>
        </p:nvSpPr>
        <p:spPr>
          <a:xfrm>
            <a:off x="680720" y="4783307"/>
            <a:ext cx="5445760" cy="3913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484" name="Google Shape;484;p21:notes"/>
          <p:cNvSpPr txBox="1">
            <a:spLocks noGrp="1"/>
          </p:cNvSpPr>
          <p:nvPr>
            <p:ph type="dt" idx="10"/>
          </p:nvPr>
        </p:nvSpPr>
        <p:spPr>
          <a:xfrm>
            <a:off x="3855838" y="0"/>
            <a:ext cx="2949787" cy="49869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485" name="Google Shape;485;p21:notes"/>
          <p:cNvSpPr txBox="1">
            <a:spLocks noGrp="1"/>
          </p:cNvSpPr>
          <p:nvPr>
            <p:ph type="ftr" idx="11"/>
          </p:nvPr>
        </p:nvSpPr>
        <p:spPr>
          <a:xfrm>
            <a:off x="0" y="9440647"/>
            <a:ext cx="2949787" cy="498692"/>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SzPts val="1400"/>
              <a:buNone/>
            </a:pPr>
            <a:r>
              <a:rPr lang="en-US"/>
              <a:t>page.1</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22: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0" name="Google Shape;500;p22:notes"/>
          <p:cNvSpPr txBox="1">
            <a:spLocks noGrp="1"/>
          </p:cNvSpPr>
          <p:nvPr>
            <p:ph type="body" idx="1"/>
          </p:nvPr>
        </p:nvSpPr>
        <p:spPr>
          <a:xfrm>
            <a:off x="680720" y="4783307"/>
            <a:ext cx="5445760" cy="3913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501" name="Google Shape;501;p22:notes"/>
          <p:cNvSpPr txBox="1">
            <a:spLocks noGrp="1"/>
          </p:cNvSpPr>
          <p:nvPr>
            <p:ph type="dt" idx="10"/>
          </p:nvPr>
        </p:nvSpPr>
        <p:spPr>
          <a:xfrm>
            <a:off x="3855838" y="0"/>
            <a:ext cx="2949787" cy="49869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502" name="Google Shape;502;p22:notes"/>
          <p:cNvSpPr txBox="1">
            <a:spLocks noGrp="1"/>
          </p:cNvSpPr>
          <p:nvPr>
            <p:ph type="ftr" idx="11"/>
          </p:nvPr>
        </p:nvSpPr>
        <p:spPr>
          <a:xfrm>
            <a:off x="0" y="9440647"/>
            <a:ext cx="2949787" cy="498692"/>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SzPts val="1400"/>
              <a:buNone/>
            </a:pPr>
            <a:r>
              <a:rPr lang="en-US"/>
              <a:t>page.1</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23: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9" name="Google Shape;509;p23:notes"/>
          <p:cNvSpPr txBox="1">
            <a:spLocks noGrp="1"/>
          </p:cNvSpPr>
          <p:nvPr>
            <p:ph type="body" idx="1"/>
          </p:nvPr>
        </p:nvSpPr>
        <p:spPr>
          <a:xfrm>
            <a:off x="680720" y="4783307"/>
            <a:ext cx="5445760" cy="3913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510" name="Google Shape;510;p23:notes"/>
          <p:cNvSpPr txBox="1">
            <a:spLocks noGrp="1"/>
          </p:cNvSpPr>
          <p:nvPr>
            <p:ph type="dt" idx="10"/>
          </p:nvPr>
        </p:nvSpPr>
        <p:spPr>
          <a:xfrm>
            <a:off x="3855838" y="0"/>
            <a:ext cx="2949787" cy="49869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511" name="Google Shape;511;p23:notes"/>
          <p:cNvSpPr txBox="1">
            <a:spLocks noGrp="1"/>
          </p:cNvSpPr>
          <p:nvPr>
            <p:ph type="ftr" idx="11"/>
          </p:nvPr>
        </p:nvSpPr>
        <p:spPr>
          <a:xfrm>
            <a:off x="0" y="9440647"/>
            <a:ext cx="2949787" cy="498692"/>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SzPts val="1400"/>
              <a:buNone/>
            </a:pPr>
            <a:r>
              <a:rPr lang="en-US"/>
              <a:t>page.1</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24: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6" name="Google Shape;526;p24:notes"/>
          <p:cNvSpPr txBox="1">
            <a:spLocks noGrp="1"/>
          </p:cNvSpPr>
          <p:nvPr>
            <p:ph type="body" idx="1"/>
          </p:nvPr>
        </p:nvSpPr>
        <p:spPr>
          <a:xfrm>
            <a:off x="680720" y="4783307"/>
            <a:ext cx="5445760" cy="3913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527" name="Google Shape;527;p24:notes"/>
          <p:cNvSpPr txBox="1">
            <a:spLocks noGrp="1"/>
          </p:cNvSpPr>
          <p:nvPr>
            <p:ph type="dt" idx="10"/>
          </p:nvPr>
        </p:nvSpPr>
        <p:spPr>
          <a:xfrm>
            <a:off x="3855838" y="0"/>
            <a:ext cx="2949787" cy="49869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SzPts val="1400"/>
              <a:buNone/>
            </a:pPr>
            <a:endParaRPr sz="1200" b="0" i="0" u="none" strike="noStrike" cap="none">
              <a:solidFill>
                <a:schemeClr val="dk1"/>
              </a:solidFill>
              <a:latin typeface="Arial"/>
              <a:ea typeface="Arial"/>
              <a:cs typeface="Arial"/>
              <a:sym typeface="Arial"/>
            </a:endParaRPr>
          </a:p>
        </p:txBody>
      </p:sp>
      <p:sp>
        <p:nvSpPr>
          <p:cNvPr id="528" name="Google Shape;528;p24:notes"/>
          <p:cNvSpPr txBox="1">
            <a:spLocks noGrp="1"/>
          </p:cNvSpPr>
          <p:nvPr>
            <p:ph type="ftr" idx="11"/>
          </p:nvPr>
        </p:nvSpPr>
        <p:spPr>
          <a:xfrm>
            <a:off x="0" y="9440647"/>
            <a:ext cx="2949787" cy="498692"/>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SzPts val="1400"/>
              <a:buNone/>
            </a:pPr>
            <a:r>
              <a:rPr lang="en-US"/>
              <a:t>page.1</a:t>
            </a: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bg>
      <p:bgPr>
        <a:blipFill>
          <a:blip r:embed="rId2">
            <a:alphaModFix/>
          </a:blip>
          <a:stretch>
            <a:fillRect/>
          </a:stretch>
        </a:blipFill>
        <a:effectLst/>
      </p:bgPr>
    </p:bg>
    <p:spTree>
      <p:nvGrpSpPr>
        <p:cNvPr id="1" name="Shape 13"/>
        <p:cNvGrpSpPr/>
        <p:nvPr/>
      </p:nvGrpSpPr>
      <p:grpSpPr>
        <a:xfrm>
          <a:off x="0" y="0"/>
          <a:ext cx="0" cy="0"/>
          <a:chOff x="0" y="0"/>
          <a:chExt cx="0" cy="0"/>
        </a:xfrm>
      </p:grpSpPr>
      <p:pic>
        <p:nvPicPr>
          <p:cNvPr id="14" name="Google Shape;14;p26"/>
          <p:cNvPicPr preferRelativeResize="0"/>
          <p:nvPr/>
        </p:nvPicPr>
        <p:blipFill rotWithShape="1">
          <a:blip r:embed="rId3">
            <a:alphaModFix/>
          </a:blip>
          <a:srcRect/>
          <a:stretch/>
        </p:blipFill>
        <p:spPr>
          <a:xfrm>
            <a:off x="9779000" y="5202238"/>
            <a:ext cx="1778000" cy="1066800"/>
          </a:xfrm>
          <a:prstGeom prst="rect">
            <a:avLst/>
          </a:prstGeom>
          <a:noFill/>
          <a:ln>
            <a:noFill/>
          </a:ln>
        </p:spPr>
      </p:pic>
      <p:sp>
        <p:nvSpPr>
          <p:cNvPr id="15" name="Google Shape;15;p26"/>
          <p:cNvSpPr/>
          <p:nvPr/>
        </p:nvSpPr>
        <p:spPr>
          <a:xfrm>
            <a:off x="1584325" y="2282825"/>
            <a:ext cx="57150" cy="1400175"/>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Microsoft Yahei"/>
              <a:ea typeface="Microsoft Yahei"/>
              <a:cs typeface="Microsoft Yahei"/>
              <a:sym typeface="Microsoft Yahei"/>
            </a:endParaRPr>
          </a:p>
        </p:txBody>
      </p:sp>
      <p:sp>
        <p:nvSpPr>
          <p:cNvPr id="16" name="Google Shape;16;p26"/>
          <p:cNvSpPr txBox="1">
            <a:spLocks noGrp="1"/>
          </p:cNvSpPr>
          <p:nvPr>
            <p:ph type="ctrTitle"/>
          </p:nvPr>
        </p:nvSpPr>
        <p:spPr>
          <a:xfrm>
            <a:off x="1800000" y="2041200"/>
            <a:ext cx="9144000" cy="892800"/>
          </a:xfrm>
          <a:prstGeom prst="rect">
            <a:avLst/>
          </a:prstGeom>
          <a:noFill/>
          <a:ln>
            <a:noFill/>
          </a:ln>
        </p:spPr>
        <p:txBody>
          <a:bodyPr spcFirstLastPara="1" wrap="square" lIns="91425" tIns="90000" rIns="91425" bIns="90000" anchor="ctr" anchorCtr="0">
            <a:noAutofit/>
          </a:bodyPr>
          <a:lstStyle>
            <a:lvl1pPr marR="0" lvl="0" algn="l" rtl="0">
              <a:lnSpc>
                <a:spcPct val="90000"/>
              </a:lnSpc>
              <a:spcBef>
                <a:spcPts val="0"/>
              </a:spcBef>
              <a:spcAft>
                <a:spcPts val="0"/>
              </a:spcAft>
              <a:buClr>
                <a:schemeClr val="dk1"/>
              </a:buClr>
              <a:buSzPts val="4800"/>
              <a:buFont typeface="Microsoft Yahei"/>
              <a:buNone/>
              <a:defRPr sz="4800" b="0" i="0" u="none" strike="noStrike" cap="none">
                <a:solidFill>
                  <a:schemeClr val="dk1"/>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 name="Google Shape;17;p26"/>
          <p:cNvSpPr txBox="1">
            <a:spLocks noGrp="1"/>
          </p:cNvSpPr>
          <p:nvPr>
            <p:ph type="subTitle" idx="1"/>
          </p:nvPr>
        </p:nvSpPr>
        <p:spPr>
          <a:xfrm>
            <a:off x="1800000" y="3037059"/>
            <a:ext cx="9144000" cy="645741"/>
          </a:xfrm>
          <a:prstGeom prst="rect">
            <a:avLst/>
          </a:prstGeom>
          <a:noFill/>
          <a:ln>
            <a:noFill/>
          </a:ln>
        </p:spPr>
        <p:txBody>
          <a:bodyPr spcFirstLastPara="1" wrap="square" lIns="91425" tIns="90000" rIns="91425" bIns="90000" anchor="t" anchorCtr="0">
            <a:noAutofit/>
          </a:bodyPr>
          <a:lstStyle>
            <a:lvl1pPr marR="0" lvl="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Microsoft Yahei"/>
                <a:ea typeface="Microsoft Yahei"/>
                <a:cs typeface="Microsoft Yahei"/>
                <a:sym typeface="Microsoft Yahei"/>
              </a:defRPr>
            </a:lvl1pPr>
            <a:lvl2pPr marR="0" lvl="1" algn="l" rtl="0">
              <a:lnSpc>
                <a:spcPct val="90000"/>
              </a:lnSpc>
              <a:spcBef>
                <a:spcPts val="500"/>
              </a:spcBef>
              <a:spcAft>
                <a:spcPts val="0"/>
              </a:spcAft>
              <a:buClr>
                <a:srgbClr val="53585F"/>
              </a:buClr>
              <a:buSzPts val="2400"/>
              <a:buFont typeface="Arial"/>
              <a:buChar char="•"/>
              <a:defRPr sz="2400" b="0" i="0" u="none" strike="noStrike" cap="none">
                <a:solidFill>
                  <a:srgbClr val="53585F"/>
                </a:solidFill>
                <a:latin typeface="Microsoft Yahei"/>
                <a:ea typeface="Microsoft Yahei"/>
                <a:cs typeface="Microsoft Yahei"/>
                <a:sym typeface="Microsoft Yahei"/>
              </a:defRPr>
            </a:lvl2pPr>
            <a:lvl3pPr marR="0" lvl="2" algn="l" rtl="0">
              <a:lnSpc>
                <a:spcPct val="90000"/>
              </a:lnSpc>
              <a:spcBef>
                <a:spcPts val="500"/>
              </a:spcBef>
              <a:spcAft>
                <a:spcPts val="0"/>
              </a:spcAft>
              <a:buClr>
                <a:srgbClr val="53585F"/>
              </a:buClr>
              <a:buSzPts val="2000"/>
              <a:buFont typeface="Arial"/>
              <a:buChar char="•"/>
              <a:defRPr sz="2000" b="0" i="0" u="none" strike="noStrike" cap="none">
                <a:solidFill>
                  <a:srgbClr val="53585F"/>
                </a:solidFill>
                <a:latin typeface="Microsoft Yahei"/>
                <a:ea typeface="Microsoft Yahei"/>
                <a:cs typeface="Microsoft Yahei"/>
                <a:sym typeface="Microsoft Yahei"/>
              </a:defRPr>
            </a:lvl3pPr>
            <a:lvl4pPr marR="0" lvl="3" algn="l" rtl="0">
              <a:lnSpc>
                <a:spcPct val="90000"/>
              </a:lnSpc>
              <a:spcBef>
                <a:spcPts val="500"/>
              </a:spcBef>
              <a:spcAft>
                <a:spcPts val="0"/>
              </a:spcAft>
              <a:buClr>
                <a:srgbClr val="53585F"/>
              </a:buClr>
              <a:buSzPts val="1800"/>
              <a:buFont typeface="Arial"/>
              <a:buChar char="•"/>
              <a:defRPr sz="1800" b="0" i="0" u="none" strike="noStrike" cap="none">
                <a:solidFill>
                  <a:srgbClr val="53585F"/>
                </a:solidFill>
                <a:latin typeface="Microsoft Yahei"/>
                <a:ea typeface="Microsoft Yahei"/>
                <a:cs typeface="Microsoft Yahei"/>
                <a:sym typeface="Microsoft Yahei"/>
              </a:defRPr>
            </a:lvl4pPr>
            <a:lvl5pPr marR="0" lvl="4" algn="l" rtl="0">
              <a:lnSpc>
                <a:spcPct val="90000"/>
              </a:lnSpc>
              <a:spcBef>
                <a:spcPts val="500"/>
              </a:spcBef>
              <a:spcAft>
                <a:spcPts val="0"/>
              </a:spcAft>
              <a:buClr>
                <a:srgbClr val="53585F"/>
              </a:buClr>
              <a:buSzPts val="1800"/>
              <a:buFont typeface="Arial"/>
              <a:buChar char="•"/>
              <a:defRPr sz="1800" b="0" i="0" u="none" strike="noStrike" cap="none">
                <a:solidFill>
                  <a:srgbClr val="53585F"/>
                </a:solidFill>
                <a:latin typeface="Microsoft Yahei"/>
                <a:ea typeface="Microsoft Yahei"/>
                <a:cs typeface="Microsoft Yahei"/>
                <a:sym typeface="Microsoft Yahe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18" name="Google Shape;18;p26"/>
          <p:cNvSpPr txBox="1">
            <a:spLocks noGrp="1"/>
          </p:cNvSpPr>
          <p:nvPr>
            <p:ph type="dt" idx="10"/>
          </p:nvPr>
        </p:nvSpPr>
        <p:spPr>
          <a:xfrm>
            <a:off x="604838"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6"/>
          <p:cNvSpPr txBox="1">
            <a:spLocks noGrp="1"/>
          </p:cNvSpPr>
          <p:nvPr>
            <p:ph type="ftr" idx="11"/>
          </p:nvPr>
        </p:nvSpPr>
        <p:spPr>
          <a:xfrm>
            <a:off x="3921125"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内容1-分类页">
  <p:cSld name="内容1-分类页">
    <p:bg>
      <p:bgPr>
        <a:solidFill>
          <a:schemeClr val="lt1"/>
        </a:solidFill>
        <a:effectLst/>
      </p:bgPr>
    </p:bg>
    <p:spTree>
      <p:nvGrpSpPr>
        <p:cNvPr id="1" name="Shape 21"/>
        <p:cNvGrpSpPr/>
        <p:nvPr/>
      </p:nvGrpSpPr>
      <p:grpSpPr>
        <a:xfrm>
          <a:off x="0" y="0"/>
          <a:ext cx="0" cy="0"/>
          <a:chOff x="0" y="0"/>
          <a:chExt cx="0" cy="0"/>
        </a:xfrm>
      </p:grpSpPr>
      <p:sp>
        <p:nvSpPr>
          <p:cNvPr id="22" name="Google Shape;22;p27"/>
          <p:cNvSpPr txBox="1">
            <a:spLocks noGrp="1"/>
          </p:cNvSpPr>
          <p:nvPr>
            <p:ph type="body" idx="1"/>
          </p:nvPr>
        </p:nvSpPr>
        <p:spPr>
          <a:xfrm>
            <a:off x="6691155" y="701330"/>
            <a:ext cx="3095110" cy="402933"/>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rgbClr val="53585F"/>
              </a:buClr>
              <a:buSzPts val="3200"/>
              <a:buFont typeface="Arial"/>
              <a:buNone/>
              <a:defRPr sz="3200" b="0" i="0" u="none" strike="noStrike" cap="none">
                <a:solidFill>
                  <a:srgbClr val="53585F"/>
                </a:solidFill>
                <a:latin typeface="Arial"/>
                <a:ea typeface="Arial"/>
                <a:cs typeface="Arial"/>
                <a:sym typeface="Arial"/>
              </a:defRPr>
            </a:lvl1pPr>
            <a:lvl2pPr marL="914400" marR="0" lvl="1" indent="-228600" algn="l" rtl="0">
              <a:lnSpc>
                <a:spcPct val="90000"/>
              </a:lnSpc>
              <a:spcBef>
                <a:spcPts val="500"/>
              </a:spcBef>
              <a:spcAft>
                <a:spcPts val="0"/>
              </a:spcAft>
              <a:buClr>
                <a:srgbClr val="53585F"/>
              </a:buClr>
              <a:buSzPts val="2400"/>
              <a:buFont typeface="Arial"/>
              <a:buNone/>
              <a:defRPr sz="2400" b="0" i="0" u="none" strike="noStrike" cap="none">
                <a:solidFill>
                  <a:srgbClr val="53585F"/>
                </a:solidFill>
                <a:latin typeface="Microsoft Yahei"/>
                <a:ea typeface="Microsoft Yahei"/>
                <a:cs typeface="Microsoft Yahei"/>
                <a:sym typeface="Microsoft Yahei"/>
              </a:defRPr>
            </a:lvl2pPr>
            <a:lvl3pPr marL="1371600" marR="0" lvl="2"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Microsoft Yahei"/>
                <a:ea typeface="Microsoft Yahei"/>
                <a:cs typeface="Microsoft Yahei"/>
                <a:sym typeface="Microsoft Yahei"/>
              </a:defRPr>
            </a:lvl3pPr>
            <a:lvl4pPr marL="1828800" marR="0" lvl="3" indent="-228600" algn="l" rtl="0">
              <a:lnSpc>
                <a:spcPct val="90000"/>
              </a:lnSpc>
              <a:spcBef>
                <a:spcPts val="500"/>
              </a:spcBef>
              <a:spcAft>
                <a:spcPts val="0"/>
              </a:spcAft>
              <a:buClr>
                <a:srgbClr val="53585F"/>
              </a:buClr>
              <a:buSzPts val="1800"/>
              <a:buFont typeface="Arial"/>
              <a:buNone/>
              <a:defRPr sz="1800" b="0" i="0" u="none" strike="noStrike" cap="none">
                <a:solidFill>
                  <a:srgbClr val="53585F"/>
                </a:solidFill>
                <a:latin typeface="Microsoft Yahei"/>
                <a:ea typeface="Microsoft Yahei"/>
                <a:cs typeface="Microsoft Yahei"/>
                <a:sym typeface="Microsoft Yahei"/>
              </a:defRPr>
            </a:lvl4pPr>
            <a:lvl5pPr marL="2286000" marR="0" lvl="4" indent="-228600" algn="l" rtl="0">
              <a:lnSpc>
                <a:spcPct val="90000"/>
              </a:lnSpc>
              <a:spcBef>
                <a:spcPts val="500"/>
              </a:spcBef>
              <a:spcAft>
                <a:spcPts val="0"/>
              </a:spcAft>
              <a:buClr>
                <a:srgbClr val="53585F"/>
              </a:buClr>
              <a:buSzPts val="1800"/>
              <a:buFont typeface="Arial"/>
              <a:buNone/>
              <a:defRPr sz="1800" b="0" i="0" u="none" strike="noStrike" cap="none">
                <a:solidFill>
                  <a:srgbClr val="53585F"/>
                </a:solidFill>
                <a:latin typeface="Microsoft Yahei"/>
                <a:ea typeface="Microsoft Yahei"/>
                <a:cs typeface="Microsoft Yahei"/>
                <a:sym typeface="Microsoft Yahe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23" name="Google Shape;23;p27"/>
          <p:cNvSpPr txBox="1">
            <a:spLocks noGrp="1"/>
          </p:cNvSpPr>
          <p:nvPr>
            <p:ph type="body" idx="2"/>
          </p:nvPr>
        </p:nvSpPr>
        <p:spPr>
          <a:xfrm>
            <a:off x="6691155" y="4892087"/>
            <a:ext cx="1475999" cy="1264583"/>
          </a:xfrm>
          <a:prstGeom prst="rect">
            <a:avLst/>
          </a:prstGeom>
          <a:noFill/>
          <a:ln>
            <a:noFill/>
          </a:ln>
        </p:spPr>
        <p:txBody>
          <a:bodyPr spcFirstLastPara="1" wrap="square" lIns="0" tIns="0" rIns="0" bIns="0" anchor="t" anchorCtr="0">
            <a:noAutofit/>
          </a:bodyPr>
          <a:lstStyle>
            <a:lvl1pPr marL="457200" marR="0" lvl="0" indent="-228600" algn="just" rtl="0">
              <a:lnSpc>
                <a:spcPct val="120000"/>
              </a:lnSpc>
              <a:spcBef>
                <a:spcPts val="800"/>
              </a:spcBef>
              <a:spcAft>
                <a:spcPts val="0"/>
              </a:spcAft>
              <a:buClr>
                <a:srgbClr val="A5A5A5"/>
              </a:buClr>
              <a:buSzPts val="900"/>
              <a:buFont typeface="Arial"/>
              <a:buNone/>
              <a:defRPr sz="900" b="0" i="0" u="none" strike="noStrike" cap="none">
                <a:solidFill>
                  <a:srgbClr val="A5A5A5"/>
                </a:solidFill>
                <a:latin typeface="Arial"/>
                <a:ea typeface="Arial"/>
                <a:cs typeface="Arial"/>
                <a:sym typeface="Arial"/>
              </a:defRPr>
            </a:lvl1pPr>
            <a:lvl2pPr marL="914400" marR="0" lvl="1" indent="-228600" algn="l" rtl="0">
              <a:lnSpc>
                <a:spcPct val="90000"/>
              </a:lnSpc>
              <a:spcBef>
                <a:spcPts val="500"/>
              </a:spcBef>
              <a:spcAft>
                <a:spcPts val="0"/>
              </a:spcAft>
              <a:buClr>
                <a:srgbClr val="53585F"/>
              </a:buClr>
              <a:buSzPts val="2400"/>
              <a:buFont typeface="Arial"/>
              <a:buNone/>
              <a:defRPr sz="2400" b="0" i="0" u="none" strike="noStrike" cap="none">
                <a:solidFill>
                  <a:srgbClr val="53585F"/>
                </a:solidFill>
                <a:latin typeface="Microsoft Yahei"/>
                <a:ea typeface="Microsoft Yahei"/>
                <a:cs typeface="Microsoft Yahei"/>
                <a:sym typeface="Microsoft Yahei"/>
              </a:defRPr>
            </a:lvl2pPr>
            <a:lvl3pPr marL="1371600" marR="0" lvl="2"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Microsoft Yahei"/>
                <a:ea typeface="Microsoft Yahei"/>
                <a:cs typeface="Microsoft Yahei"/>
                <a:sym typeface="Microsoft Yahei"/>
              </a:defRPr>
            </a:lvl3pPr>
            <a:lvl4pPr marL="1828800" marR="0" lvl="3" indent="-228600" algn="l" rtl="0">
              <a:lnSpc>
                <a:spcPct val="90000"/>
              </a:lnSpc>
              <a:spcBef>
                <a:spcPts val="500"/>
              </a:spcBef>
              <a:spcAft>
                <a:spcPts val="0"/>
              </a:spcAft>
              <a:buClr>
                <a:srgbClr val="53585F"/>
              </a:buClr>
              <a:buSzPts val="1800"/>
              <a:buFont typeface="Arial"/>
              <a:buNone/>
              <a:defRPr sz="1800" b="0" i="0" u="none" strike="noStrike" cap="none">
                <a:solidFill>
                  <a:srgbClr val="53585F"/>
                </a:solidFill>
                <a:latin typeface="Microsoft Yahei"/>
                <a:ea typeface="Microsoft Yahei"/>
                <a:cs typeface="Microsoft Yahei"/>
                <a:sym typeface="Microsoft Yahei"/>
              </a:defRPr>
            </a:lvl4pPr>
            <a:lvl5pPr marL="2286000" marR="0" lvl="4" indent="-228600" algn="l" rtl="0">
              <a:lnSpc>
                <a:spcPct val="90000"/>
              </a:lnSpc>
              <a:spcBef>
                <a:spcPts val="500"/>
              </a:spcBef>
              <a:spcAft>
                <a:spcPts val="0"/>
              </a:spcAft>
              <a:buClr>
                <a:srgbClr val="53585F"/>
              </a:buClr>
              <a:buSzPts val="1800"/>
              <a:buFont typeface="Arial"/>
              <a:buNone/>
              <a:defRPr sz="1800" b="0" i="0" u="none" strike="noStrike" cap="none">
                <a:solidFill>
                  <a:srgbClr val="53585F"/>
                </a:solidFill>
                <a:latin typeface="Microsoft Yahei"/>
                <a:ea typeface="Microsoft Yahei"/>
                <a:cs typeface="Microsoft Yahei"/>
                <a:sym typeface="Microsoft Yahe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24" name="Google Shape;24;p27"/>
          <p:cNvSpPr txBox="1">
            <a:spLocks noGrp="1"/>
          </p:cNvSpPr>
          <p:nvPr>
            <p:ph type="body" idx="3"/>
          </p:nvPr>
        </p:nvSpPr>
        <p:spPr>
          <a:xfrm>
            <a:off x="6691155" y="4148506"/>
            <a:ext cx="1475999" cy="51411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Noto Sans"/>
                <a:ea typeface="Noto Sans"/>
                <a:cs typeface="Noto Sans"/>
                <a:sym typeface="Noto Sans"/>
              </a:defRPr>
            </a:lvl2pPr>
            <a:lvl3pPr marL="1371600" marR="0" lvl="2"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Noto Sans"/>
                <a:ea typeface="Noto Sans"/>
                <a:cs typeface="Noto Sans"/>
                <a:sym typeface="Noto Sans"/>
              </a:defRPr>
            </a:lvl3pPr>
            <a:lvl4pPr marL="1828800" marR="0" lvl="3"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Noto Sans"/>
                <a:ea typeface="Noto Sans"/>
                <a:cs typeface="Noto Sans"/>
                <a:sym typeface="Noto Sans"/>
              </a:defRPr>
            </a:lvl4pPr>
            <a:lvl5pPr marL="2286000" marR="0" lvl="4"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Noto Sans"/>
                <a:ea typeface="Noto Sans"/>
                <a:cs typeface="Noto Sans"/>
                <a:sym typeface="No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25" name="Google Shape;25;p27"/>
          <p:cNvSpPr>
            <a:spLocks noGrp="1"/>
          </p:cNvSpPr>
          <p:nvPr>
            <p:ph type="pic" idx="4"/>
          </p:nvPr>
        </p:nvSpPr>
        <p:spPr>
          <a:xfrm>
            <a:off x="0" y="0"/>
            <a:ext cx="6096000" cy="6858000"/>
          </a:xfrm>
          <a:prstGeom prst="rect">
            <a:avLst/>
          </a:prstGeom>
          <a:noFill/>
          <a:ln>
            <a:noFill/>
          </a:ln>
        </p:spPr>
      </p:sp>
      <p:sp>
        <p:nvSpPr>
          <p:cNvPr id="26" name="Google Shape;26;p27"/>
          <p:cNvSpPr>
            <a:spLocks noGrp="1"/>
          </p:cNvSpPr>
          <p:nvPr>
            <p:ph type="pic" idx="5"/>
          </p:nvPr>
        </p:nvSpPr>
        <p:spPr>
          <a:xfrm>
            <a:off x="6691155" y="1940009"/>
            <a:ext cx="1475999" cy="1965600"/>
          </a:xfrm>
          <a:prstGeom prst="rect">
            <a:avLst/>
          </a:prstGeom>
          <a:noFill/>
          <a:ln>
            <a:noFill/>
          </a:ln>
        </p:spPr>
      </p:sp>
      <p:sp>
        <p:nvSpPr>
          <p:cNvPr id="27" name="Google Shape;27;p27"/>
          <p:cNvSpPr>
            <a:spLocks noGrp="1"/>
          </p:cNvSpPr>
          <p:nvPr>
            <p:ph type="pic" idx="6"/>
          </p:nvPr>
        </p:nvSpPr>
        <p:spPr>
          <a:xfrm>
            <a:off x="8363423" y="1948879"/>
            <a:ext cx="1497170" cy="1964639"/>
          </a:xfrm>
          <a:prstGeom prst="rect">
            <a:avLst/>
          </a:prstGeom>
          <a:noFill/>
          <a:ln>
            <a:noFill/>
          </a:ln>
        </p:spPr>
      </p:sp>
      <p:sp>
        <p:nvSpPr>
          <p:cNvPr id="28" name="Google Shape;28;p27"/>
          <p:cNvSpPr>
            <a:spLocks noGrp="1"/>
          </p:cNvSpPr>
          <p:nvPr>
            <p:ph type="pic" idx="7"/>
          </p:nvPr>
        </p:nvSpPr>
        <p:spPr>
          <a:xfrm>
            <a:off x="10033794" y="1948879"/>
            <a:ext cx="1497170" cy="1964639"/>
          </a:xfrm>
          <a:prstGeom prst="rect">
            <a:avLst/>
          </a:prstGeom>
          <a:noFill/>
          <a:ln>
            <a:noFill/>
          </a:ln>
        </p:spPr>
      </p:sp>
      <p:sp>
        <p:nvSpPr>
          <p:cNvPr id="29" name="Google Shape;29;p27"/>
          <p:cNvSpPr txBox="1">
            <a:spLocks noGrp="1"/>
          </p:cNvSpPr>
          <p:nvPr>
            <p:ph type="body" idx="8"/>
          </p:nvPr>
        </p:nvSpPr>
        <p:spPr>
          <a:xfrm>
            <a:off x="8363423" y="4892087"/>
            <a:ext cx="1475999" cy="1264583"/>
          </a:xfrm>
          <a:prstGeom prst="rect">
            <a:avLst/>
          </a:prstGeom>
          <a:noFill/>
          <a:ln>
            <a:noFill/>
          </a:ln>
        </p:spPr>
        <p:txBody>
          <a:bodyPr spcFirstLastPara="1" wrap="square" lIns="0" tIns="0" rIns="0" bIns="0" anchor="t" anchorCtr="0">
            <a:noAutofit/>
          </a:bodyPr>
          <a:lstStyle>
            <a:lvl1pPr marL="457200" marR="0" lvl="0" indent="-228600" algn="just" rtl="0">
              <a:lnSpc>
                <a:spcPct val="120000"/>
              </a:lnSpc>
              <a:spcBef>
                <a:spcPts val="800"/>
              </a:spcBef>
              <a:spcAft>
                <a:spcPts val="0"/>
              </a:spcAft>
              <a:buClr>
                <a:srgbClr val="A5A5A5"/>
              </a:buClr>
              <a:buSzPts val="900"/>
              <a:buFont typeface="Arial"/>
              <a:buNone/>
              <a:defRPr sz="900" b="0" i="0" u="none" strike="noStrike" cap="none">
                <a:solidFill>
                  <a:srgbClr val="A5A5A5"/>
                </a:solidFill>
                <a:latin typeface="Arial"/>
                <a:ea typeface="Arial"/>
                <a:cs typeface="Arial"/>
                <a:sym typeface="Arial"/>
              </a:defRPr>
            </a:lvl1pPr>
            <a:lvl2pPr marL="914400" marR="0" lvl="1" indent="-228600" algn="l" rtl="0">
              <a:lnSpc>
                <a:spcPct val="90000"/>
              </a:lnSpc>
              <a:spcBef>
                <a:spcPts val="500"/>
              </a:spcBef>
              <a:spcAft>
                <a:spcPts val="0"/>
              </a:spcAft>
              <a:buClr>
                <a:srgbClr val="53585F"/>
              </a:buClr>
              <a:buSzPts val="2400"/>
              <a:buFont typeface="Arial"/>
              <a:buNone/>
              <a:defRPr sz="2400" b="0" i="0" u="none" strike="noStrike" cap="none">
                <a:solidFill>
                  <a:srgbClr val="53585F"/>
                </a:solidFill>
                <a:latin typeface="Microsoft Yahei"/>
                <a:ea typeface="Microsoft Yahei"/>
                <a:cs typeface="Microsoft Yahei"/>
                <a:sym typeface="Microsoft Yahei"/>
              </a:defRPr>
            </a:lvl2pPr>
            <a:lvl3pPr marL="1371600" marR="0" lvl="2"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Microsoft Yahei"/>
                <a:ea typeface="Microsoft Yahei"/>
                <a:cs typeface="Microsoft Yahei"/>
                <a:sym typeface="Microsoft Yahei"/>
              </a:defRPr>
            </a:lvl3pPr>
            <a:lvl4pPr marL="1828800" marR="0" lvl="3" indent="-228600" algn="l" rtl="0">
              <a:lnSpc>
                <a:spcPct val="90000"/>
              </a:lnSpc>
              <a:spcBef>
                <a:spcPts val="500"/>
              </a:spcBef>
              <a:spcAft>
                <a:spcPts val="0"/>
              </a:spcAft>
              <a:buClr>
                <a:srgbClr val="53585F"/>
              </a:buClr>
              <a:buSzPts val="1800"/>
              <a:buFont typeface="Arial"/>
              <a:buNone/>
              <a:defRPr sz="1800" b="0" i="0" u="none" strike="noStrike" cap="none">
                <a:solidFill>
                  <a:srgbClr val="53585F"/>
                </a:solidFill>
                <a:latin typeface="Microsoft Yahei"/>
                <a:ea typeface="Microsoft Yahei"/>
                <a:cs typeface="Microsoft Yahei"/>
                <a:sym typeface="Microsoft Yahei"/>
              </a:defRPr>
            </a:lvl4pPr>
            <a:lvl5pPr marL="2286000" marR="0" lvl="4" indent="-228600" algn="l" rtl="0">
              <a:lnSpc>
                <a:spcPct val="90000"/>
              </a:lnSpc>
              <a:spcBef>
                <a:spcPts val="500"/>
              </a:spcBef>
              <a:spcAft>
                <a:spcPts val="0"/>
              </a:spcAft>
              <a:buClr>
                <a:srgbClr val="53585F"/>
              </a:buClr>
              <a:buSzPts val="1800"/>
              <a:buFont typeface="Arial"/>
              <a:buNone/>
              <a:defRPr sz="1800" b="0" i="0" u="none" strike="noStrike" cap="none">
                <a:solidFill>
                  <a:srgbClr val="53585F"/>
                </a:solidFill>
                <a:latin typeface="Microsoft Yahei"/>
                <a:ea typeface="Microsoft Yahei"/>
                <a:cs typeface="Microsoft Yahei"/>
                <a:sym typeface="Microsoft Yahe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30" name="Google Shape;30;p27"/>
          <p:cNvSpPr txBox="1">
            <a:spLocks noGrp="1"/>
          </p:cNvSpPr>
          <p:nvPr>
            <p:ph type="body" idx="9"/>
          </p:nvPr>
        </p:nvSpPr>
        <p:spPr>
          <a:xfrm>
            <a:off x="8363423" y="4148506"/>
            <a:ext cx="1475999" cy="51411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Noto Sans"/>
                <a:ea typeface="Noto Sans"/>
                <a:cs typeface="Noto Sans"/>
                <a:sym typeface="Noto Sans"/>
              </a:defRPr>
            </a:lvl2pPr>
            <a:lvl3pPr marL="1371600" marR="0" lvl="2"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Noto Sans"/>
                <a:ea typeface="Noto Sans"/>
                <a:cs typeface="Noto Sans"/>
                <a:sym typeface="Noto Sans"/>
              </a:defRPr>
            </a:lvl3pPr>
            <a:lvl4pPr marL="1828800" marR="0" lvl="3"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Noto Sans"/>
                <a:ea typeface="Noto Sans"/>
                <a:cs typeface="Noto Sans"/>
                <a:sym typeface="Noto Sans"/>
              </a:defRPr>
            </a:lvl4pPr>
            <a:lvl5pPr marL="2286000" marR="0" lvl="4"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Noto Sans"/>
                <a:ea typeface="Noto Sans"/>
                <a:cs typeface="Noto Sans"/>
                <a:sym typeface="No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31" name="Google Shape;31;p27"/>
          <p:cNvSpPr txBox="1">
            <a:spLocks noGrp="1"/>
          </p:cNvSpPr>
          <p:nvPr>
            <p:ph type="body" idx="13"/>
          </p:nvPr>
        </p:nvSpPr>
        <p:spPr>
          <a:xfrm>
            <a:off x="10033794" y="4892087"/>
            <a:ext cx="1475999" cy="1264583"/>
          </a:xfrm>
          <a:prstGeom prst="rect">
            <a:avLst/>
          </a:prstGeom>
          <a:noFill/>
          <a:ln>
            <a:noFill/>
          </a:ln>
        </p:spPr>
        <p:txBody>
          <a:bodyPr spcFirstLastPara="1" wrap="square" lIns="0" tIns="0" rIns="0" bIns="0" anchor="t" anchorCtr="0">
            <a:noAutofit/>
          </a:bodyPr>
          <a:lstStyle>
            <a:lvl1pPr marL="457200" marR="0" lvl="0" indent="-228600" algn="just" rtl="0">
              <a:lnSpc>
                <a:spcPct val="120000"/>
              </a:lnSpc>
              <a:spcBef>
                <a:spcPts val="800"/>
              </a:spcBef>
              <a:spcAft>
                <a:spcPts val="0"/>
              </a:spcAft>
              <a:buClr>
                <a:srgbClr val="A5A5A5"/>
              </a:buClr>
              <a:buSzPts val="900"/>
              <a:buFont typeface="Arial"/>
              <a:buNone/>
              <a:defRPr sz="900" b="0" i="0" u="none" strike="noStrike" cap="none">
                <a:solidFill>
                  <a:srgbClr val="A5A5A5"/>
                </a:solidFill>
                <a:latin typeface="Arial"/>
                <a:ea typeface="Arial"/>
                <a:cs typeface="Arial"/>
                <a:sym typeface="Arial"/>
              </a:defRPr>
            </a:lvl1pPr>
            <a:lvl2pPr marL="914400" marR="0" lvl="1" indent="-228600" algn="l" rtl="0">
              <a:lnSpc>
                <a:spcPct val="90000"/>
              </a:lnSpc>
              <a:spcBef>
                <a:spcPts val="500"/>
              </a:spcBef>
              <a:spcAft>
                <a:spcPts val="0"/>
              </a:spcAft>
              <a:buClr>
                <a:srgbClr val="53585F"/>
              </a:buClr>
              <a:buSzPts val="2400"/>
              <a:buFont typeface="Arial"/>
              <a:buNone/>
              <a:defRPr sz="2400" b="0" i="0" u="none" strike="noStrike" cap="none">
                <a:solidFill>
                  <a:srgbClr val="53585F"/>
                </a:solidFill>
                <a:latin typeface="Microsoft Yahei"/>
                <a:ea typeface="Microsoft Yahei"/>
                <a:cs typeface="Microsoft Yahei"/>
                <a:sym typeface="Microsoft Yahei"/>
              </a:defRPr>
            </a:lvl2pPr>
            <a:lvl3pPr marL="1371600" marR="0" lvl="2"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Microsoft Yahei"/>
                <a:ea typeface="Microsoft Yahei"/>
                <a:cs typeface="Microsoft Yahei"/>
                <a:sym typeface="Microsoft Yahei"/>
              </a:defRPr>
            </a:lvl3pPr>
            <a:lvl4pPr marL="1828800" marR="0" lvl="3" indent="-228600" algn="l" rtl="0">
              <a:lnSpc>
                <a:spcPct val="90000"/>
              </a:lnSpc>
              <a:spcBef>
                <a:spcPts val="500"/>
              </a:spcBef>
              <a:spcAft>
                <a:spcPts val="0"/>
              </a:spcAft>
              <a:buClr>
                <a:srgbClr val="53585F"/>
              </a:buClr>
              <a:buSzPts val="1800"/>
              <a:buFont typeface="Arial"/>
              <a:buNone/>
              <a:defRPr sz="1800" b="0" i="0" u="none" strike="noStrike" cap="none">
                <a:solidFill>
                  <a:srgbClr val="53585F"/>
                </a:solidFill>
                <a:latin typeface="Microsoft Yahei"/>
                <a:ea typeface="Microsoft Yahei"/>
                <a:cs typeface="Microsoft Yahei"/>
                <a:sym typeface="Microsoft Yahei"/>
              </a:defRPr>
            </a:lvl4pPr>
            <a:lvl5pPr marL="2286000" marR="0" lvl="4" indent="-228600" algn="l" rtl="0">
              <a:lnSpc>
                <a:spcPct val="90000"/>
              </a:lnSpc>
              <a:spcBef>
                <a:spcPts val="500"/>
              </a:spcBef>
              <a:spcAft>
                <a:spcPts val="0"/>
              </a:spcAft>
              <a:buClr>
                <a:srgbClr val="53585F"/>
              </a:buClr>
              <a:buSzPts val="1800"/>
              <a:buFont typeface="Arial"/>
              <a:buNone/>
              <a:defRPr sz="1800" b="0" i="0" u="none" strike="noStrike" cap="none">
                <a:solidFill>
                  <a:srgbClr val="53585F"/>
                </a:solidFill>
                <a:latin typeface="Microsoft Yahei"/>
                <a:ea typeface="Microsoft Yahei"/>
                <a:cs typeface="Microsoft Yahei"/>
                <a:sym typeface="Microsoft Yahe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32" name="Google Shape;32;p27"/>
          <p:cNvSpPr txBox="1">
            <a:spLocks noGrp="1"/>
          </p:cNvSpPr>
          <p:nvPr>
            <p:ph type="body" idx="14"/>
          </p:nvPr>
        </p:nvSpPr>
        <p:spPr>
          <a:xfrm>
            <a:off x="10033794" y="4148506"/>
            <a:ext cx="1475999" cy="51411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Noto Sans"/>
                <a:ea typeface="Noto Sans"/>
                <a:cs typeface="Noto Sans"/>
                <a:sym typeface="Noto Sans"/>
              </a:defRPr>
            </a:lvl2pPr>
            <a:lvl3pPr marL="1371600" marR="0" lvl="2"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Noto Sans"/>
                <a:ea typeface="Noto Sans"/>
                <a:cs typeface="Noto Sans"/>
                <a:sym typeface="Noto Sans"/>
              </a:defRPr>
            </a:lvl3pPr>
            <a:lvl4pPr marL="1828800" marR="0" lvl="3"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Noto Sans"/>
                <a:ea typeface="Noto Sans"/>
                <a:cs typeface="Noto Sans"/>
                <a:sym typeface="Noto Sans"/>
              </a:defRPr>
            </a:lvl4pPr>
            <a:lvl5pPr marL="2286000" marR="0" lvl="4"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Noto Sans"/>
                <a:ea typeface="Noto Sans"/>
                <a:cs typeface="Noto Sans"/>
                <a:sym typeface="No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33" name="Google Shape;33;p27"/>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7"/>
          <p:cNvSpPr txBox="1">
            <a:spLocks noGrp="1"/>
          </p:cNvSpPr>
          <p:nvPr>
            <p:ph type="ftr" idx="11"/>
          </p:nvPr>
        </p:nvSpPr>
        <p:spPr>
          <a:xfrm>
            <a:off x="39204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7"/>
          <p:cNvSpPr txBox="1">
            <a:spLocks noGrp="1"/>
          </p:cNvSpPr>
          <p:nvPr>
            <p:ph type="sldNum" idx="12"/>
          </p:nvPr>
        </p:nvSpPr>
        <p:spPr>
          <a:xfrm>
            <a:off x="342900" y="6170295"/>
            <a:ext cx="274320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900"/>
              <a:buFont typeface="Arial"/>
              <a:buNone/>
              <a:defRPr sz="900" b="0" i="0" u="none" strike="noStrike" cap="none">
                <a:solidFill>
                  <a:srgbClr val="9B7648"/>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900"/>
              <a:buFont typeface="Arial"/>
              <a:buNone/>
              <a:defRPr sz="900" b="0" i="0" u="none" strike="noStrike" cap="none">
                <a:solidFill>
                  <a:srgbClr val="9B7648"/>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900"/>
              <a:buFont typeface="Arial"/>
              <a:buNone/>
              <a:defRPr sz="900" b="0" i="0" u="none" strike="noStrike" cap="none">
                <a:solidFill>
                  <a:srgbClr val="9B7648"/>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900"/>
              <a:buFont typeface="Arial"/>
              <a:buNone/>
              <a:defRPr sz="900" b="0" i="0" u="none" strike="noStrike" cap="none">
                <a:solidFill>
                  <a:srgbClr val="9B7648"/>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900"/>
              <a:buFont typeface="Arial"/>
              <a:buNone/>
              <a:defRPr sz="900" b="0" i="0" u="none" strike="noStrike" cap="none">
                <a:solidFill>
                  <a:srgbClr val="9B7648"/>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900"/>
              <a:buFont typeface="Arial"/>
              <a:buNone/>
              <a:defRPr sz="900" b="0" i="0" u="none" strike="noStrike" cap="none">
                <a:solidFill>
                  <a:srgbClr val="9B7648"/>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900"/>
              <a:buFont typeface="Arial"/>
              <a:buNone/>
              <a:defRPr sz="900" b="0" i="0" u="none" strike="noStrike" cap="none">
                <a:solidFill>
                  <a:srgbClr val="9B7648"/>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900"/>
              <a:buFont typeface="Arial"/>
              <a:buNone/>
              <a:defRPr sz="900" b="0" i="0" u="none" strike="noStrike" cap="none">
                <a:solidFill>
                  <a:srgbClr val="9B7648"/>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900"/>
              <a:buFont typeface="Arial"/>
              <a:buNone/>
              <a:defRPr sz="900" b="0" i="0" u="none" strike="noStrike" cap="none">
                <a:solidFill>
                  <a:srgbClr val="9B7648"/>
                </a:solidFill>
                <a:latin typeface="Arial"/>
                <a:ea typeface="Arial"/>
                <a:cs typeface="Arial"/>
                <a:sym typeface="Arial"/>
              </a:defRPr>
            </a:lvl9pPr>
          </a:lstStyle>
          <a:p>
            <a:pPr marL="0" lvl="0" indent="0" algn="l" rtl="0">
              <a:spcBef>
                <a:spcPts val="0"/>
              </a:spcBef>
              <a:spcAft>
                <a:spcPts val="0"/>
              </a:spcAft>
              <a:buNone/>
            </a:pPr>
            <a:r>
              <a:rPr lang="en-US"/>
              <a:t>Page.</a:t>
            </a:r>
            <a:fld id="{00000000-1234-1234-1234-123412341234}" type="slidenum">
              <a:rPr lang="en-US"/>
              <a:t>‹N°›</a:t>
            </a:fld>
            <a:endParaRPr/>
          </a:p>
        </p:txBody>
      </p:sp>
      <p:pic>
        <p:nvPicPr>
          <p:cNvPr id="36" name="Google Shape;36;p27" descr="资源 9"/>
          <p:cNvPicPr preferRelativeResize="0"/>
          <p:nvPr/>
        </p:nvPicPr>
        <p:blipFill rotWithShape="1">
          <a:blip r:embed="rId2">
            <a:alphaModFix/>
          </a:blip>
          <a:srcRect/>
          <a:stretch/>
        </p:blipFill>
        <p:spPr>
          <a:xfrm>
            <a:off x="11159490" y="391160"/>
            <a:ext cx="587375" cy="2247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37"/>
        <p:cNvGrpSpPr/>
        <p:nvPr/>
      </p:nvGrpSpPr>
      <p:grpSpPr>
        <a:xfrm>
          <a:off x="0" y="0"/>
          <a:ext cx="0" cy="0"/>
          <a:chOff x="0" y="0"/>
          <a:chExt cx="0" cy="0"/>
        </a:xfrm>
      </p:grpSpPr>
      <p:sp>
        <p:nvSpPr>
          <p:cNvPr id="38" name="Google Shape;38;p28"/>
          <p:cNvSpPr txBox="1">
            <a:spLocks noGrp="1"/>
          </p:cNvSpPr>
          <p:nvPr>
            <p:ph type="title"/>
          </p:nvPr>
        </p:nvSpPr>
        <p:spPr>
          <a:xfrm>
            <a:off x="604800" y="226420"/>
            <a:ext cx="10749000" cy="454617"/>
          </a:xfrm>
          <a:prstGeom prst="rect">
            <a:avLst/>
          </a:prstGeom>
          <a:noFill/>
          <a:ln>
            <a:noFill/>
          </a:ln>
        </p:spPr>
        <p:txBody>
          <a:bodyPr spcFirstLastPara="1" wrap="square" lIns="91425" tIns="90000" rIns="91425" bIns="90000" anchor="t" anchorCtr="0">
            <a:noAutofit/>
          </a:bodyPr>
          <a:lstStyle>
            <a:lvl1pPr marR="0" lvl="0" algn="l" rtl="0">
              <a:lnSpc>
                <a:spcPct val="9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9" name="Google Shape;39;p28"/>
          <p:cNvSpPr txBox="1">
            <a:spLocks noGrp="1"/>
          </p:cNvSpPr>
          <p:nvPr>
            <p:ph type="body" idx="1"/>
          </p:nvPr>
        </p:nvSpPr>
        <p:spPr>
          <a:xfrm>
            <a:off x="604800" y="907457"/>
            <a:ext cx="10749000" cy="5269506"/>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53585F"/>
              </a:buClr>
              <a:buSzPts val="2000"/>
              <a:buFont typeface="Arial"/>
              <a:buChar char="•"/>
              <a:defRPr sz="2000" b="0" i="0" u="none" strike="noStrike" cap="none">
                <a:solidFill>
                  <a:srgbClr val="53585F"/>
                </a:solidFill>
                <a:latin typeface="Microsoft Yahei"/>
                <a:ea typeface="Microsoft Yahei"/>
                <a:cs typeface="Microsoft Yahei"/>
                <a:sym typeface="Microsoft Yahei"/>
              </a:defRPr>
            </a:lvl1pPr>
            <a:lvl2pPr marL="914400" marR="0" lvl="1" indent="-342900" algn="l" rtl="0">
              <a:lnSpc>
                <a:spcPct val="90000"/>
              </a:lnSpc>
              <a:spcBef>
                <a:spcPts val="500"/>
              </a:spcBef>
              <a:spcAft>
                <a:spcPts val="0"/>
              </a:spcAft>
              <a:buClr>
                <a:srgbClr val="53585F"/>
              </a:buClr>
              <a:buSzPts val="1800"/>
              <a:buFont typeface="Arial"/>
              <a:buChar char="•"/>
              <a:defRPr sz="1800" b="0" i="0" u="none" strike="noStrike" cap="none">
                <a:solidFill>
                  <a:srgbClr val="53585F"/>
                </a:solidFill>
                <a:latin typeface="Microsoft Yahei"/>
                <a:ea typeface="Microsoft Yahei"/>
                <a:cs typeface="Microsoft Yahei"/>
                <a:sym typeface="Microsoft Yahei"/>
              </a:defRPr>
            </a:lvl2pPr>
            <a:lvl3pPr marL="1371600" marR="0" lvl="2" indent="-330200" algn="l" rtl="0">
              <a:lnSpc>
                <a:spcPct val="90000"/>
              </a:lnSpc>
              <a:spcBef>
                <a:spcPts val="500"/>
              </a:spcBef>
              <a:spcAft>
                <a:spcPts val="0"/>
              </a:spcAft>
              <a:buClr>
                <a:srgbClr val="53585F"/>
              </a:buClr>
              <a:buSzPts val="1600"/>
              <a:buFont typeface="Arial"/>
              <a:buChar char="•"/>
              <a:defRPr sz="1600" b="0" i="0" u="none" strike="noStrike" cap="none">
                <a:solidFill>
                  <a:srgbClr val="53585F"/>
                </a:solidFill>
                <a:latin typeface="Microsoft Yahei"/>
                <a:ea typeface="Microsoft Yahei"/>
                <a:cs typeface="Microsoft Yahei"/>
                <a:sym typeface="Microsoft Yahei"/>
              </a:defRPr>
            </a:lvl3pPr>
            <a:lvl4pPr marL="1828800" marR="0" lvl="3" indent="-317500" algn="l" rtl="0">
              <a:lnSpc>
                <a:spcPct val="90000"/>
              </a:lnSpc>
              <a:spcBef>
                <a:spcPts val="500"/>
              </a:spcBef>
              <a:spcAft>
                <a:spcPts val="0"/>
              </a:spcAft>
              <a:buClr>
                <a:srgbClr val="53585F"/>
              </a:buClr>
              <a:buSzPts val="1400"/>
              <a:buFont typeface="Arial"/>
              <a:buChar char="•"/>
              <a:defRPr sz="1400" b="0" i="0" u="none" strike="noStrike" cap="none">
                <a:solidFill>
                  <a:srgbClr val="53585F"/>
                </a:solidFill>
                <a:latin typeface="Microsoft Yahei"/>
                <a:ea typeface="Microsoft Yahei"/>
                <a:cs typeface="Microsoft Yahei"/>
                <a:sym typeface="Microsoft Yahei"/>
              </a:defRPr>
            </a:lvl4pPr>
            <a:lvl5pPr marL="2286000" marR="0" lvl="4" indent="-317500" algn="l" rtl="0">
              <a:lnSpc>
                <a:spcPct val="90000"/>
              </a:lnSpc>
              <a:spcBef>
                <a:spcPts val="500"/>
              </a:spcBef>
              <a:spcAft>
                <a:spcPts val="0"/>
              </a:spcAft>
              <a:buClr>
                <a:srgbClr val="53585F"/>
              </a:buClr>
              <a:buSzPts val="1400"/>
              <a:buFont typeface="Arial"/>
              <a:buChar char="•"/>
              <a:defRPr sz="1400" b="0" i="0" u="none" strike="noStrike" cap="none">
                <a:solidFill>
                  <a:srgbClr val="53585F"/>
                </a:solidFill>
                <a:latin typeface="Microsoft Yahei"/>
                <a:ea typeface="Microsoft Yahei"/>
                <a:cs typeface="Microsoft Yahei"/>
                <a:sym typeface="Microsoft Yahe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40" name="Google Shape;40;p28"/>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8"/>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
        <p:nvSpPr>
          <p:cNvPr id="43" name="Google Shape;43;p28"/>
          <p:cNvSpPr/>
          <p:nvPr/>
        </p:nvSpPr>
        <p:spPr>
          <a:xfrm>
            <a:off x="565200" y="291600"/>
            <a:ext cx="39600" cy="3168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pic>
        <p:nvPicPr>
          <p:cNvPr id="44" name="Google Shape;44;p28"/>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内容转场页">
  <p:cSld name="内容转场页">
    <p:spTree>
      <p:nvGrpSpPr>
        <p:cNvPr id="1" name="Shape 45"/>
        <p:cNvGrpSpPr/>
        <p:nvPr/>
      </p:nvGrpSpPr>
      <p:grpSpPr>
        <a:xfrm>
          <a:off x="0" y="0"/>
          <a:ext cx="0" cy="0"/>
          <a:chOff x="0" y="0"/>
          <a:chExt cx="0" cy="0"/>
        </a:xfrm>
      </p:grpSpPr>
      <p:sp>
        <p:nvSpPr>
          <p:cNvPr id="46" name="Google Shape;46;p29"/>
          <p:cNvSpPr txBox="1">
            <a:spLocks noGrp="1"/>
          </p:cNvSpPr>
          <p:nvPr>
            <p:ph type="title"/>
          </p:nvPr>
        </p:nvSpPr>
        <p:spPr>
          <a:xfrm>
            <a:off x="601200" y="2744036"/>
            <a:ext cx="10752600" cy="595928"/>
          </a:xfrm>
          <a:prstGeom prst="rect">
            <a:avLst/>
          </a:prstGeom>
          <a:noFill/>
          <a:ln>
            <a:noFill/>
          </a:ln>
        </p:spPr>
        <p:txBody>
          <a:bodyPr spcFirstLastPara="1" wrap="square" lIns="91425" tIns="90000" rIns="91425" bIns="90000" anchor="ctr" anchorCtr="0">
            <a:noAutofit/>
          </a:bodyPr>
          <a:lstStyle>
            <a:lvl1pPr marR="0" lvl="0" algn="l" rtl="0">
              <a:lnSpc>
                <a:spcPct val="9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7" name="Google Shape;47;p29"/>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9"/>
          <p:cNvSpPr txBox="1">
            <a:spLocks noGrp="1"/>
          </p:cNvSpPr>
          <p:nvPr>
            <p:ph type="ftr" idx="11"/>
          </p:nvPr>
        </p:nvSpPr>
        <p:spPr>
          <a:xfrm>
            <a:off x="39204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
        <p:nvSpPr>
          <p:cNvPr id="50" name="Google Shape;50;p29"/>
          <p:cNvSpPr/>
          <p:nvPr/>
        </p:nvSpPr>
        <p:spPr>
          <a:xfrm>
            <a:off x="561600" y="2883600"/>
            <a:ext cx="39600" cy="3168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pic>
        <p:nvPicPr>
          <p:cNvPr id="51" name="Google Shape;51;p29"/>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仅标题">
  <p:cSld name="仅标题">
    <p:spTree>
      <p:nvGrpSpPr>
        <p:cNvPr id="1" name="Shape 52"/>
        <p:cNvGrpSpPr/>
        <p:nvPr/>
      </p:nvGrpSpPr>
      <p:grpSpPr>
        <a:xfrm>
          <a:off x="0" y="0"/>
          <a:ext cx="0" cy="0"/>
          <a:chOff x="0" y="0"/>
          <a:chExt cx="0" cy="0"/>
        </a:xfrm>
      </p:grpSpPr>
      <p:sp>
        <p:nvSpPr>
          <p:cNvPr id="53" name="Google Shape;53;p30"/>
          <p:cNvSpPr txBox="1">
            <a:spLocks noGrp="1"/>
          </p:cNvSpPr>
          <p:nvPr>
            <p:ph type="title"/>
          </p:nvPr>
        </p:nvSpPr>
        <p:spPr>
          <a:xfrm>
            <a:off x="604800" y="226800"/>
            <a:ext cx="10749600" cy="453600"/>
          </a:xfrm>
          <a:prstGeom prst="rect">
            <a:avLst/>
          </a:prstGeom>
          <a:noFill/>
          <a:ln>
            <a:noFill/>
          </a:ln>
        </p:spPr>
        <p:txBody>
          <a:bodyPr spcFirstLastPara="1" wrap="square" lIns="91425" tIns="90000" rIns="91425" bIns="90000" anchor="t" anchorCtr="0">
            <a:noAutofit/>
          </a:bodyPr>
          <a:lstStyle>
            <a:lvl1pPr marR="0" lvl="0" algn="l" rtl="0">
              <a:lnSpc>
                <a:spcPct val="9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4" name="Google Shape;54;p30"/>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0"/>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
        <p:nvSpPr>
          <p:cNvPr id="57" name="Google Shape;57;p30"/>
          <p:cNvSpPr/>
          <p:nvPr/>
        </p:nvSpPr>
        <p:spPr>
          <a:xfrm>
            <a:off x="565200" y="291600"/>
            <a:ext cx="39600" cy="3168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pic>
        <p:nvPicPr>
          <p:cNvPr id="58" name="Google Shape;58;p30"/>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空白" type="blank">
  <p:cSld name="BLANK">
    <p:spTree>
      <p:nvGrpSpPr>
        <p:cNvPr id="1" name="Shape 59"/>
        <p:cNvGrpSpPr/>
        <p:nvPr/>
      </p:nvGrpSpPr>
      <p:grpSpPr>
        <a:xfrm>
          <a:off x="0" y="0"/>
          <a:ext cx="0" cy="0"/>
          <a:chOff x="0" y="0"/>
          <a:chExt cx="0" cy="0"/>
        </a:xfrm>
      </p:grpSpPr>
      <p:sp>
        <p:nvSpPr>
          <p:cNvPr id="60" name="Google Shape;60;p31"/>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1"/>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pic>
        <p:nvPicPr>
          <p:cNvPr id="63" name="Google Shape;63;p31"/>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1_dreame" type="tx">
  <p:cSld name="TITLE_AND_BODY">
    <p:spTree>
      <p:nvGrpSpPr>
        <p:cNvPr id="1" name="Shape 64"/>
        <p:cNvGrpSpPr/>
        <p:nvPr/>
      </p:nvGrpSpPr>
      <p:grpSpPr>
        <a:xfrm>
          <a:off x="0" y="0"/>
          <a:ext cx="0" cy="0"/>
          <a:chOff x="0" y="0"/>
          <a:chExt cx="0" cy="0"/>
        </a:xfrm>
      </p:grpSpPr>
      <p:pic>
        <p:nvPicPr>
          <p:cNvPr id="65" name="Google Shape;65;p32" descr="追觅企业PPT模板20191023-白色.004"/>
          <p:cNvPicPr preferRelativeResize="0"/>
          <p:nvPr/>
        </p:nvPicPr>
        <p:blipFill rotWithShape="1">
          <a:blip r:embed="rId2">
            <a:alphaModFix/>
          </a:blip>
          <a:srcRect/>
          <a:stretch/>
        </p:blipFill>
        <p:spPr>
          <a:xfrm>
            <a:off x="-14605" y="-3175"/>
            <a:ext cx="12201525" cy="6863398"/>
          </a:xfrm>
          <a:prstGeom prst="rect">
            <a:avLst/>
          </a:prstGeom>
          <a:noFill/>
          <a:ln>
            <a:noFill/>
          </a:ln>
        </p:spPr>
      </p:pic>
      <p:pic>
        <p:nvPicPr>
          <p:cNvPr id="66" name="Google Shape;66;p32"/>
          <p:cNvPicPr preferRelativeResize="0"/>
          <p:nvPr/>
        </p:nvPicPr>
        <p:blipFill rotWithShape="1">
          <a:blip r:embed="rId3">
            <a:alphaModFix/>
          </a:blip>
          <a:srcRect/>
          <a:stretch/>
        </p:blipFill>
        <p:spPr>
          <a:xfrm>
            <a:off x="10282855" y="-11112"/>
            <a:ext cx="1547370" cy="888841"/>
          </a:xfrm>
          <a:prstGeom prst="rect">
            <a:avLst/>
          </a:prstGeom>
          <a:noFill/>
          <a:ln>
            <a:noFill/>
          </a:ln>
        </p:spPr>
      </p:pic>
      <p:sp>
        <p:nvSpPr>
          <p:cNvPr id="67" name="Google Shape;6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封面">
  <p:cSld name="封面">
    <p:spTree>
      <p:nvGrpSpPr>
        <p:cNvPr id="1" name="Shape 68"/>
        <p:cNvGrpSpPr/>
        <p:nvPr/>
      </p:nvGrpSpPr>
      <p:grpSpPr>
        <a:xfrm>
          <a:off x="0" y="0"/>
          <a:ext cx="0" cy="0"/>
          <a:chOff x="0" y="0"/>
          <a:chExt cx="0" cy="0"/>
        </a:xfrm>
      </p:grpSpPr>
      <p:pic>
        <p:nvPicPr>
          <p:cNvPr id="69" name="Google Shape;69;p3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70" name="Google Shape;70;p33"/>
          <p:cNvSpPr txBox="1">
            <a:spLocks noGrp="1"/>
          </p:cNvSpPr>
          <p:nvPr>
            <p:ph type="body" idx="1"/>
          </p:nvPr>
        </p:nvSpPr>
        <p:spPr>
          <a:xfrm>
            <a:off x="1776000" y="2502193"/>
            <a:ext cx="8640000" cy="507707"/>
          </a:xfrm>
          <a:prstGeom prst="rect">
            <a:avLst/>
          </a:prstGeom>
          <a:noFill/>
          <a:ln>
            <a:noFill/>
          </a:ln>
        </p:spPr>
        <p:txBody>
          <a:bodyPr spcFirstLastPara="1" wrap="square" lIns="0" tIns="0" rIns="0" bIns="0" anchor="t" anchorCtr="0">
            <a:noAutofit/>
          </a:bodyPr>
          <a:lstStyle>
            <a:lvl1pPr marL="457200" marR="0" lvl="0" indent="-228600" algn="ctr" rtl="0">
              <a:lnSpc>
                <a:spcPct val="125000"/>
              </a:lnSpc>
              <a:spcBef>
                <a:spcPts val="1000"/>
              </a:spcBef>
              <a:spcAft>
                <a:spcPts val="0"/>
              </a:spcAft>
              <a:buClr>
                <a:srgbClr val="9B7648"/>
              </a:buClr>
              <a:buSzPts val="3600"/>
              <a:buFont typeface="Arial"/>
              <a:buNone/>
              <a:defRPr sz="3600" b="0" i="0" u="none" strike="noStrike" cap="none">
                <a:solidFill>
                  <a:srgbClr val="9B7648"/>
                </a:solidFill>
                <a:latin typeface="Arial"/>
                <a:ea typeface="Arial"/>
                <a:cs typeface="Arial"/>
                <a:sym typeface="Arial"/>
              </a:defRPr>
            </a:lvl1pPr>
            <a:lvl2pPr marL="914400" marR="0" lvl="1" indent="-228600" algn="l" rtl="0">
              <a:lnSpc>
                <a:spcPct val="90000"/>
              </a:lnSpc>
              <a:spcBef>
                <a:spcPts val="500"/>
              </a:spcBef>
              <a:spcAft>
                <a:spcPts val="0"/>
              </a:spcAft>
              <a:buClr>
                <a:srgbClr val="53585F"/>
              </a:buClr>
              <a:buSzPts val="2400"/>
              <a:buFont typeface="Arial"/>
              <a:buNone/>
              <a:defRPr sz="2400" b="0" i="0" u="none" strike="noStrike" cap="none">
                <a:solidFill>
                  <a:srgbClr val="53585F"/>
                </a:solidFill>
                <a:latin typeface="Microsoft Yahei"/>
                <a:ea typeface="Microsoft Yahei"/>
                <a:cs typeface="Microsoft Yahei"/>
                <a:sym typeface="Microsoft Yahei"/>
              </a:defRPr>
            </a:lvl2pPr>
            <a:lvl3pPr marL="1371600" marR="0" lvl="2"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Microsoft Yahei"/>
                <a:ea typeface="Microsoft Yahei"/>
                <a:cs typeface="Microsoft Yahei"/>
                <a:sym typeface="Microsoft Yahei"/>
              </a:defRPr>
            </a:lvl3pPr>
            <a:lvl4pPr marL="1828800" marR="0" lvl="3" indent="-228600" algn="l" rtl="0">
              <a:lnSpc>
                <a:spcPct val="90000"/>
              </a:lnSpc>
              <a:spcBef>
                <a:spcPts val="500"/>
              </a:spcBef>
              <a:spcAft>
                <a:spcPts val="0"/>
              </a:spcAft>
              <a:buClr>
                <a:srgbClr val="53585F"/>
              </a:buClr>
              <a:buSzPts val="1800"/>
              <a:buFont typeface="Arial"/>
              <a:buNone/>
              <a:defRPr sz="1800" b="0" i="0" u="none" strike="noStrike" cap="none">
                <a:solidFill>
                  <a:srgbClr val="53585F"/>
                </a:solidFill>
                <a:latin typeface="Microsoft Yahei"/>
                <a:ea typeface="Microsoft Yahei"/>
                <a:cs typeface="Microsoft Yahei"/>
                <a:sym typeface="Microsoft Yahei"/>
              </a:defRPr>
            </a:lvl4pPr>
            <a:lvl5pPr marL="2286000" marR="0" lvl="4" indent="-228600" algn="l" rtl="0">
              <a:lnSpc>
                <a:spcPct val="90000"/>
              </a:lnSpc>
              <a:spcBef>
                <a:spcPts val="500"/>
              </a:spcBef>
              <a:spcAft>
                <a:spcPts val="0"/>
              </a:spcAft>
              <a:buClr>
                <a:srgbClr val="53585F"/>
              </a:buClr>
              <a:buSzPts val="1800"/>
              <a:buFont typeface="Arial"/>
              <a:buNone/>
              <a:defRPr sz="1800" b="0" i="0" u="none" strike="noStrike" cap="none">
                <a:solidFill>
                  <a:srgbClr val="53585F"/>
                </a:solidFill>
                <a:latin typeface="Microsoft Yahei"/>
                <a:ea typeface="Microsoft Yahei"/>
                <a:cs typeface="Microsoft Yahei"/>
                <a:sym typeface="Microsoft Yahe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71" name="Google Shape;71;p33"/>
          <p:cNvSpPr txBox="1">
            <a:spLocks noGrp="1"/>
          </p:cNvSpPr>
          <p:nvPr>
            <p:ph type="body" idx="2"/>
          </p:nvPr>
        </p:nvSpPr>
        <p:spPr>
          <a:xfrm>
            <a:off x="4742657" y="5757041"/>
            <a:ext cx="2706687" cy="225125"/>
          </a:xfrm>
          <a:prstGeom prst="rect">
            <a:avLst/>
          </a:prstGeom>
          <a:noFill/>
          <a:ln>
            <a:noFill/>
          </a:ln>
        </p:spPr>
        <p:txBody>
          <a:bodyPr spcFirstLastPara="1" wrap="square" lIns="0" tIns="0" rIns="0" bIns="0" anchor="t" anchorCtr="0">
            <a:noAutofit/>
          </a:bodyPr>
          <a:lstStyle>
            <a:lvl1pPr marL="457200" marR="0" lvl="0" indent="-228600" algn="ctr" rtl="0">
              <a:lnSpc>
                <a:spcPct val="100000"/>
              </a:lnSpc>
              <a:spcBef>
                <a:spcPts val="10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914400" marR="0" lvl="1" indent="-228600" algn="l" rtl="0">
              <a:lnSpc>
                <a:spcPct val="90000"/>
              </a:lnSpc>
              <a:spcBef>
                <a:spcPts val="500"/>
              </a:spcBef>
              <a:spcAft>
                <a:spcPts val="0"/>
              </a:spcAft>
              <a:buClr>
                <a:srgbClr val="53585F"/>
              </a:buClr>
              <a:buSzPts val="2400"/>
              <a:buFont typeface="Arial"/>
              <a:buNone/>
              <a:defRPr sz="2400" b="0" i="0" u="none" strike="noStrike" cap="none">
                <a:solidFill>
                  <a:srgbClr val="53585F"/>
                </a:solidFill>
                <a:latin typeface="Microsoft Yahei"/>
                <a:ea typeface="Microsoft Yahei"/>
                <a:cs typeface="Microsoft Yahei"/>
                <a:sym typeface="Microsoft Yahei"/>
              </a:defRPr>
            </a:lvl2pPr>
            <a:lvl3pPr marL="1371600" marR="0" lvl="2" indent="-228600" algn="l"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Microsoft Yahei"/>
                <a:ea typeface="Microsoft Yahei"/>
                <a:cs typeface="Microsoft Yahei"/>
                <a:sym typeface="Microsoft Yahei"/>
              </a:defRPr>
            </a:lvl3pPr>
            <a:lvl4pPr marL="1828800" marR="0" lvl="3" indent="-228600" algn="l" rtl="0">
              <a:lnSpc>
                <a:spcPct val="90000"/>
              </a:lnSpc>
              <a:spcBef>
                <a:spcPts val="500"/>
              </a:spcBef>
              <a:spcAft>
                <a:spcPts val="0"/>
              </a:spcAft>
              <a:buClr>
                <a:srgbClr val="53585F"/>
              </a:buClr>
              <a:buSzPts val="1800"/>
              <a:buFont typeface="Arial"/>
              <a:buNone/>
              <a:defRPr sz="1800" b="0" i="0" u="none" strike="noStrike" cap="none">
                <a:solidFill>
                  <a:srgbClr val="53585F"/>
                </a:solidFill>
                <a:latin typeface="Microsoft Yahei"/>
                <a:ea typeface="Microsoft Yahei"/>
                <a:cs typeface="Microsoft Yahei"/>
                <a:sym typeface="Microsoft Yahei"/>
              </a:defRPr>
            </a:lvl4pPr>
            <a:lvl5pPr marL="2286000" marR="0" lvl="4" indent="-228600" algn="l" rtl="0">
              <a:lnSpc>
                <a:spcPct val="90000"/>
              </a:lnSpc>
              <a:spcBef>
                <a:spcPts val="500"/>
              </a:spcBef>
              <a:spcAft>
                <a:spcPts val="0"/>
              </a:spcAft>
              <a:buClr>
                <a:srgbClr val="53585F"/>
              </a:buClr>
              <a:buSzPts val="1800"/>
              <a:buFont typeface="Arial"/>
              <a:buNone/>
              <a:defRPr sz="1800" b="0" i="0" u="none" strike="noStrike" cap="none">
                <a:solidFill>
                  <a:srgbClr val="53585F"/>
                </a:solidFill>
                <a:latin typeface="Microsoft Yahei"/>
                <a:ea typeface="Microsoft Yahei"/>
                <a:cs typeface="Microsoft Yahei"/>
                <a:sym typeface="Microsoft Yahe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72" name="Google Shape;72;p33"/>
          <p:cNvSpPr txBox="1">
            <a:spLocks noGrp="1"/>
          </p:cNvSpPr>
          <p:nvPr>
            <p:ph type="subTitle" idx="3"/>
          </p:nvPr>
        </p:nvSpPr>
        <p:spPr>
          <a:xfrm>
            <a:off x="2496000" y="3081747"/>
            <a:ext cx="7200000" cy="1152939"/>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9B7648"/>
              </a:buClr>
              <a:buSzPts val="3600"/>
              <a:buFont typeface="Arial"/>
              <a:buNone/>
              <a:defRPr sz="3600" b="0" i="0" u="none" strike="noStrike" cap="none">
                <a:solidFill>
                  <a:srgbClr val="9B7648"/>
                </a:solidFill>
                <a:latin typeface="Arial"/>
                <a:ea typeface="Arial"/>
                <a:cs typeface="Arial"/>
                <a:sym typeface="Arial"/>
              </a:defRPr>
            </a:lvl1pPr>
            <a:lvl2pPr marR="0" lvl="1" algn="ctr" rtl="0">
              <a:lnSpc>
                <a:spcPct val="90000"/>
              </a:lnSpc>
              <a:spcBef>
                <a:spcPts val="500"/>
              </a:spcBef>
              <a:spcAft>
                <a:spcPts val="0"/>
              </a:spcAft>
              <a:buClr>
                <a:srgbClr val="53585F"/>
              </a:buClr>
              <a:buSzPts val="2000"/>
              <a:buFont typeface="Arial"/>
              <a:buNone/>
              <a:defRPr sz="2000" b="0" i="0" u="none" strike="noStrike" cap="none">
                <a:solidFill>
                  <a:srgbClr val="53585F"/>
                </a:solidFill>
                <a:latin typeface="Microsoft Yahei"/>
                <a:ea typeface="Microsoft Yahei"/>
                <a:cs typeface="Microsoft Yahei"/>
                <a:sym typeface="Microsoft Yahei"/>
              </a:defRPr>
            </a:lvl2pPr>
            <a:lvl3pPr marR="0" lvl="2" algn="ctr" rtl="0">
              <a:lnSpc>
                <a:spcPct val="90000"/>
              </a:lnSpc>
              <a:spcBef>
                <a:spcPts val="500"/>
              </a:spcBef>
              <a:spcAft>
                <a:spcPts val="0"/>
              </a:spcAft>
              <a:buClr>
                <a:srgbClr val="53585F"/>
              </a:buClr>
              <a:buSzPts val="1800"/>
              <a:buFont typeface="Arial"/>
              <a:buNone/>
              <a:defRPr sz="1800" b="0" i="0" u="none" strike="noStrike" cap="none">
                <a:solidFill>
                  <a:srgbClr val="53585F"/>
                </a:solidFill>
                <a:latin typeface="Microsoft Yahei"/>
                <a:ea typeface="Microsoft Yahei"/>
                <a:cs typeface="Microsoft Yahei"/>
                <a:sym typeface="Microsoft Yahei"/>
              </a:defRPr>
            </a:lvl3pPr>
            <a:lvl4pPr marR="0" lvl="3" algn="ctr" rtl="0">
              <a:lnSpc>
                <a:spcPct val="90000"/>
              </a:lnSpc>
              <a:spcBef>
                <a:spcPts val="500"/>
              </a:spcBef>
              <a:spcAft>
                <a:spcPts val="0"/>
              </a:spcAft>
              <a:buClr>
                <a:srgbClr val="53585F"/>
              </a:buClr>
              <a:buSzPts val="1600"/>
              <a:buFont typeface="Arial"/>
              <a:buNone/>
              <a:defRPr sz="1600" b="0" i="0" u="none" strike="noStrike" cap="none">
                <a:solidFill>
                  <a:srgbClr val="53585F"/>
                </a:solidFill>
                <a:latin typeface="Microsoft Yahei"/>
                <a:ea typeface="Microsoft Yahei"/>
                <a:cs typeface="Microsoft Yahei"/>
                <a:sym typeface="Microsoft Yahei"/>
              </a:defRPr>
            </a:lvl4pPr>
            <a:lvl5pPr marR="0" lvl="4" algn="ctr" rtl="0">
              <a:lnSpc>
                <a:spcPct val="90000"/>
              </a:lnSpc>
              <a:spcBef>
                <a:spcPts val="500"/>
              </a:spcBef>
              <a:spcAft>
                <a:spcPts val="0"/>
              </a:spcAft>
              <a:buClr>
                <a:srgbClr val="53585F"/>
              </a:buClr>
              <a:buSzPts val="1600"/>
              <a:buFont typeface="Arial"/>
              <a:buNone/>
              <a:defRPr sz="1600" b="0" i="0" u="none" strike="noStrike" cap="none">
                <a:solidFill>
                  <a:srgbClr val="53585F"/>
                </a:solidFill>
                <a:latin typeface="Microsoft Yahei"/>
                <a:ea typeface="Microsoft Yahei"/>
                <a:cs typeface="Microsoft Yahei"/>
                <a:sym typeface="Microsoft Yahe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Microsoft Yahei"/>
                <a:ea typeface="Microsoft Yahei"/>
                <a:cs typeface="Microsoft Yahei"/>
                <a:sym typeface="Microsoft Yahe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Microsoft Yahei"/>
                <a:ea typeface="Microsoft Yahei"/>
                <a:cs typeface="Microsoft Yahei"/>
                <a:sym typeface="Microsoft Yahe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Microsoft Yahei"/>
                <a:ea typeface="Microsoft Yahei"/>
                <a:cs typeface="Microsoft Yahei"/>
                <a:sym typeface="Microsoft Yahe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Microsoft Yahei"/>
                <a:ea typeface="Microsoft Yahei"/>
                <a:cs typeface="Microsoft Yahei"/>
                <a:sym typeface="Microsoft Yahei"/>
              </a:defRPr>
            </a:lvl9pPr>
          </a:lstStyle>
          <a:p>
            <a:endParaRPr/>
          </a:p>
        </p:txBody>
      </p:sp>
      <p:pic>
        <p:nvPicPr>
          <p:cNvPr id="73" name="Google Shape;73;p33" descr="111"/>
          <p:cNvPicPr preferRelativeResize="0"/>
          <p:nvPr/>
        </p:nvPicPr>
        <p:blipFill rotWithShape="1">
          <a:blip r:embed="rId3">
            <a:alphaModFix/>
          </a:blip>
          <a:srcRect/>
          <a:stretch/>
        </p:blipFill>
        <p:spPr>
          <a:xfrm>
            <a:off x="5065395" y="920750"/>
            <a:ext cx="2061210" cy="20510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节标题">
  <p:cSld name="节标题">
    <p:spTree>
      <p:nvGrpSpPr>
        <p:cNvPr id="1" name="Shape 74"/>
        <p:cNvGrpSpPr/>
        <p:nvPr/>
      </p:nvGrpSpPr>
      <p:grpSpPr>
        <a:xfrm>
          <a:off x="0" y="0"/>
          <a:ext cx="0" cy="0"/>
          <a:chOff x="0" y="0"/>
          <a:chExt cx="0" cy="0"/>
        </a:xfrm>
      </p:grpSpPr>
      <p:sp>
        <p:nvSpPr>
          <p:cNvPr id="75" name="Google Shape;75;p34"/>
          <p:cNvSpPr txBox="1">
            <a:spLocks noGrp="1"/>
          </p:cNvSpPr>
          <p:nvPr>
            <p:ph type="title"/>
          </p:nvPr>
        </p:nvSpPr>
        <p:spPr>
          <a:xfrm>
            <a:off x="1800000" y="1823014"/>
            <a:ext cx="9553800" cy="2375762"/>
          </a:xfrm>
          <a:prstGeom prst="rect">
            <a:avLst/>
          </a:prstGeom>
          <a:noFill/>
          <a:ln>
            <a:noFill/>
          </a:ln>
        </p:spPr>
        <p:txBody>
          <a:bodyPr spcFirstLastPara="1" wrap="square" lIns="91425" tIns="90000" rIns="91425" bIns="90000" anchor="ctr" anchorCtr="0">
            <a:noAutofit/>
          </a:bodyPr>
          <a:lstStyle>
            <a:lvl1pPr marR="0" lvl="0" algn="l" rtl="0">
              <a:lnSpc>
                <a:spcPct val="12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6" name="Google Shape;76;p34"/>
          <p:cNvSpPr/>
          <p:nvPr/>
        </p:nvSpPr>
        <p:spPr>
          <a:xfrm>
            <a:off x="1584000" y="2282400"/>
            <a:ext cx="57600" cy="14004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sp>
        <p:nvSpPr>
          <p:cNvPr id="77" name="Google Shape;77;p34"/>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4"/>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pic>
        <p:nvPicPr>
          <p:cNvPr id="80" name="Google Shape;80;p34"/>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内容-1">
  <p:cSld name="内容-1">
    <p:spTree>
      <p:nvGrpSpPr>
        <p:cNvPr id="1" name="Shape 81"/>
        <p:cNvGrpSpPr/>
        <p:nvPr/>
      </p:nvGrpSpPr>
      <p:grpSpPr>
        <a:xfrm>
          <a:off x="0" y="0"/>
          <a:ext cx="0" cy="0"/>
          <a:chOff x="0" y="0"/>
          <a:chExt cx="0" cy="0"/>
        </a:xfrm>
      </p:grpSpPr>
      <p:pic>
        <p:nvPicPr>
          <p:cNvPr id="82" name="Google Shape;82;p35"/>
          <p:cNvPicPr preferRelativeResize="0"/>
          <p:nvPr/>
        </p:nvPicPr>
        <p:blipFill rotWithShape="1">
          <a:blip r:embed="rId2">
            <a:alphaModFix/>
          </a:blip>
          <a:srcRect t="37246" b="28574"/>
          <a:stretch/>
        </p:blipFill>
        <p:spPr>
          <a:xfrm>
            <a:off x="0" y="846"/>
            <a:ext cx="12192000" cy="892166"/>
          </a:xfrm>
          <a:prstGeom prst="rect">
            <a:avLst/>
          </a:prstGeom>
          <a:noFill/>
          <a:ln>
            <a:noFill/>
          </a:ln>
        </p:spPr>
      </p:pic>
      <p:sp>
        <p:nvSpPr>
          <p:cNvPr id="83" name="Google Shape;83;p35"/>
          <p:cNvSpPr/>
          <p:nvPr/>
        </p:nvSpPr>
        <p:spPr>
          <a:xfrm>
            <a:off x="0" y="0"/>
            <a:ext cx="12192000" cy="946340"/>
          </a:xfrm>
          <a:prstGeom prst="rect">
            <a:avLst/>
          </a:prstGeom>
          <a:solidFill>
            <a:schemeClr val="lt1">
              <a:alpha val="3686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84" name="Google Shape;84;p35" descr="徽标&#10;&#10;描述已自动生成"/>
          <p:cNvSpPr/>
          <p:nvPr/>
        </p:nvSpPr>
        <p:spPr>
          <a:xfrm>
            <a:off x="10910976" y="6169339"/>
            <a:ext cx="1329085" cy="747426"/>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5"/>
          <p:cNvSpPr txBox="1">
            <a:spLocks noGrp="1"/>
          </p:cNvSpPr>
          <p:nvPr>
            <p:ph type="body" idx="1"/>
          </p:nvPr>
        </p:nvSpPr>
        <p:spPr>
          <a:xfrm>
            <a:off x="850900" y="3745575"/>
            <a:ext cx="2679700" cy="17013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50000"/>
              </a:lnSpc>
              <a:spcBef>
                <a:spcPts val="0"/>
              </a:spcBef>
              <a:spcAft>
                <a:spcPts val="0"/>
              </a:spcAft>
              <a:buClr>
                <a:srgbClr val="000000"/>
              </a:buClr>
              <a:buSzPts val="1400"/>
              <a:buFont typeface="Arial"/>
              <a:buNone/>
              <a:defRPr sz="1065"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6" name="Google Shape;86;p35"/>
          <p:cNvSpPr txBox="1">
            <a:spLocks noGrp="1"/>
          </p:cNvSpPr>
          <p:nvPr>
            <p:ph type="body" idx="2"/>
          </p:nvPr>
        </p:nvSpPr>
        <p:spPr>
          <a:xfrm>
            <a:off x="4419600" y="3732878"/>
            <a:ext cx="2679700" cy="17013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50000"/>
              </a:lnSpc>
              <a:spcBef>
                <a:spcPts val="0"/>
              </a:spcBef>
              <a:spcAft>
                <a:spcPts val="0"/>
              </a:spcAft>
              <a:buClr>
                <a:srgbClr val="000000"/>
              </a:buClr>
              <a:buSzPts val="1400"/>
              <a:buFont typeface="Arial"/>
              <a:buNone/>
              <a:defRPr sz="1065"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7" name="Google Shape;87;p35"/>
          <p:cNvSpPr txBox="1">
            <a:spLocks noGrp="1"/>
          </p:cNvSpPr>
          <p:nvPr>
            <p:ph type="body" idx="3"/>
          </p:nvPr>
        </p:nvSpPr>
        <p:spPr>
          <a:xfrm>
            <a:off x="7912100" y="3732878"/>
            <a:ext cx="2679700" cy="17013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50000"/>
              </a:lnSpc>
              <a:spcBef>
                <a:spcPts val="0"/>
              </a:spcBef>
              <a:spcAft>
                <a:spcPts val="0"/>
              </a:spcAft>
              <a:buClr>
                <a:srgbClr val="000000"/>
              </a:buClr>
              <a:buSzPts val="1400"/>
              <a:buFont typeface="Arial"/>
              <a:buNone/>
              <a:defRPr sz="1065"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8" name="Google Shape;88;p35"/>
          <p:cNvSpPr txBox="1">
            <a:spLocks noGrp="1"/>
          </p:cNvSpPr>
          <p:nvPr>
            <p:ph type="body" idx="4"/>
          </p:nvPr>
        </p:nvSpPr>
        <p:spPr>
          <a:xfrm>
            <a:off x="4432300" y="3059944"/>
            <a:ext cx="1905000" cy="49517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2135" b="0" i="0" u="none" strike="noStrike" cap="none">
                <a:solidFill>
                  <a:srgbClr val="D3B69B"/>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9" name="Google Shape;89;p35"/>
          <p:cNvSpPr txBox="1">
            <a:spLocks noGrp="1"/>
          </p:cNvSpPr>
          <p:nvPr>
            <p:ph type="body" idx="5"/>
          </p:nvPr>
        </p:nvSpPr>
        <p:spPr>
          <a:xfrm>
            <a:off x="7899400" y="3059944"/>
            <a:ext cx="1905000" cy="49517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2135" b="0" i="0" u="none" strike="noStrike" cap="none">
                <a:solidFill>
                  <a:srgbClr val="D3B69B"/>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0" name="Google Shape;90;p35"/>
          <p:cNvSpPr txBox="1">
            <a:spLocks noGrp="1"/>
          </p:cNvSpPr>
          <p:nvPr>
            <p:ph type="body" idx="6"/>
          </p:nvPr>
        </p:nvSpPr>
        <p:spPr>
          <a:xfrm>
            <a:off x="838200" y="3059944"/>
            <a:ext cx="1905000" cy="49517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2135" b="0" i="0" u="none" strike="noStrike" cap="none">
                <a:solidFill>
                  <a:srgbClr val="D3B69B"/>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1" name="Google Shape;91;p35"/>
          <p:cNvSpPr txBox="1">
            <a:spLocks noGrp="1"/>
          </p:cNvSpPr>
          <p:nvPr>
            <p:ph type="body" idx="7"/>
          </p:nvPr>
        </p:nvSpPr>
        <p:spPr>
          <a:xfrm>
            <a:off x="711200" y="252244"/>
            <a:ext cx="1587500" cy="22261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135"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96"/>
        <p:cNvGrpSpPr/>
        <p:nvPr/>
      </p:nvGrpSpPr>
      <p:grpSpPr>
        <a:xfrm>
          <a:off x="0" y="0"/>
          <a:ext cx="0" cy="0"/>
          <a:chOff x="0" y="0"/>
          <a:chExt cx="0" cy="0"/>
        </a:xfrm>
      </p:grpSpPr>
      <p:sp>
        <p:nvSpPr>
          <p:cNvPr id="97" name="Google Shape;97;p37"/>
          <p:cNvSpPr txBox="1">
            <a:spLocks noGrp="1"/>
          </p:cNvSpPr>
          <p:nvPr>
            <p:ph type="ctrTitle"/>
          </p:nvPr>
        </p:nvSpPr>
        <p:spPr>
          <a:xfrm>
            <a:off x="1800000" y="2041200"/>
            <a:ext cx="9144000" cy="892800"/>
          </a:xfrm>
          <a:prstGeom prst="rect">
            <a:avLst/>
          </a:prstGeom>
          <a:noFill/>
          <a:ln>
            <a:noFill/>
          </a:ln>
        </p:spPr>
        <p:txBody>
          <a:bodyPr spcFirstLastPara="1" wrap="square" lIns="91425" tIns="90000" rIns="91425" bIns="90000" anchor="ctr" anchorCtr="0">
            <a:noAutofit/>
          </a:bodyPr>
          <a:lstStyle>
            <a:lvl1pPr marR="0" lvl="0" algn="l" rtl="0">
              <a:lnSpc>
                <a:spcPct val="90000"/>
              </a:lnSpc>
              <a:spcBef>
                <a:spcPts val="0"/>
              </a:spcBef>
              <a:spcAft>
                <a:spcPts val="0"/>
              </a:spcAft>
              <a:buClr>
                <a:schemeClr val="dk1"/>
              </a:buClr>
              <a:buSzPts val="4800"/>
              <a:buFont typeface="Microsoft Yahei"/>
              <a:buNone/>
              <a:defRPr sz="4800" b="0" i="0" u="none" strike="noStrike" cap="none">
                <a:solidFill>
                  <a:schemeClr val="dk1"/>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8" name="Google Shape;98;p37"/>
          <p:cNvSpPr txBox="1">
            <a:spLocks noGrp="1"/>
          </p:cNvSpPr>
          <p:nvPr>
            <p:ph type="subTitle" idx="1"/>
          </p:nvPr>
        </p:nvSpPr>
        <p:spPr>
          <a:xfrm>
            <a:off x="1800000" y="3037059"/>
            <a:ext cx="9144000" cy="645741"/>
          </a:xfrm>
          <a:prstGeom prst="rect">
            <a:avLst/>
          </a:prstGeom>
          <a:noFill/>
          <a:ln>
            <a:noFill/>
          </a:ln>
        </p:spPr>
        <p:txBody>
          <a:bodyPr spcFirstLastPara="1" wrap="square" lIns="91425" tIns="90000" rIns="91425" bIns="90000" anchor="t" anchorCtr="0">
            <a:noAutofit/>
          </a:bodyPr>
          <a:lstStyle>
            <a:lvl1pPr marR="0" lvl="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Microsoft Yahei"/>
                <a:ea typeface="Microsoft Yahei"/>
                <a:cs typeface="Microsoft Yahei"/>
                <a:sym typeface="Microsoft Yahei"/>
              </a:defRPr>
            </a:lvl1pPr>
            <a:lvl2pPr marR="0" lvl="1" algn="l" rtl="0">
              <a:lnSpc>
                <a:spcPct val="90000"/>
              </a:lnSpc>
              <a:spcBef>
                <a:spcPts val="500"/>
              </a:spcBef>
              <a:spcAft>
                <a:spcPts val="0"/>
              </a:spcAft>
              <a:buClr>
                <a:srgbClr val="53585F"/>
              </a:buClr>
              <a:buSzPts val="2400"/>
              <a:buFont typeface="Arial"/>
              <a:buChar char="•"/>
              <a:defRPr sz="2400" b="0" i="0" u="none" strike="noStrike" cap="none">
                <a:solidFill>
                  <a:srgbClr val="53585F"/>
                </a:solidFill>
                <a:latin typeface="Microsoft Yahei"/>
                <a:ea typeface="Microsoft Yahei"/>
                <a:cs typeface="Microsoft Yahei"/>
                <a:sym typeface="Microsoft Yahei"/>
              </a:defRPr>
            </a:lvl2pPr>
            <a:lvl3pPr marR="0" lvl="2" algn="l" rtl="0">
              <a:lnSpc>
                <a:spcPct val="90000"/>
              </a:lnSpc>
              <a:spcBef>
                <a:spcPts val="500"/>
              </a:spcBef>
              <a:spcAft>
                <a:spcPts val="0"/>
              </a:spcAft>
              <a:buClr>
                <a:srgbClr val="53585F"/>
              </a:buClr>
              <a:buSzPts val="2000"/>
              <a:buFont typeface="Arial"/>
              <a:buChar char="•"/>
              <a:defRPr sz="2000" b="0" i="0" u="none" strike="noStrike" cap="none">
                <a:solidFill>
                  <a:srgbClr val="53585F"/>
                </a:solidFill>
                <a:latin typeface="Microsoft Yahei"/>
                <a:ea typeface="Microsoft Yahei"/>
                <a:cs typeface="Microsoft Yahei"/>
                <a:sym typeface="Microsoft Yahei"/>
              </a:defRPr>
            </a:lvl3pPr>
            <a:lvl4pPr marR="0" lvl="3" algn="l" rtl="0">
              <a:lnSpc>
                <a:spcPct val="90000"/>
              </a:lnSpc>
              <a:spcBef>
                <a:spcPts val="500"/>
              </a:spcBef>
              <a:spcAft>
                <a:spcPts val="0"/>
              </a:spcAft>
              <a:buClr>
                <a:srgbClr val="53585F"/>
              </a:buClr>
              <a:buSzPts val="1800"/>
              <a:buFont typeface="Arial"/>
              <a:buChar char="•"/>
              <a:defRPr sz="1800" b="0" i="0" u="none" strike="noStrike" cap="none">
                <a:solidFill>
                  <a:srgbClr val="53585F"/>
                </a:solidFill>
                <a:latin typeface="Microsoft Yahei"/>
                <a:ea typeface="Microsoft Yahei"/>
                <a:cs typeface="Microsoft Yahei"/>
                <a:sym typeface="Microsoft Yahei"/>
              </a:defRPr>
            </a:lvl4pPr>
            <a:lvl5pPr marR="0" lvl="4" algn="l" rtl="0">
              <a:lnSpc>
                <a:spcPct val="90000"/>
              </a:lnSpc>
              <a:spcBef>
                <a:spcPts val="500"/>
              </a:spcBef>
              <a:spcAft>
                <a:spcPts val="0"/>
              </a:spcAft>
              <a:buClr>
                <a:srgbClr val="53585F"/>
              </a:buClr>
              <a:buSzPts val="1800"/>
              <a:buFont typeface="Arial"/>
              <a:buChar char="•"/>
              <a:defRPr sz="1800" b="0" i="0" u="none" strike="noStrike" cap="none">
                <a:solidFill>
                  <a:srgbClr val="53585F"/>
                </a:solidFill>
                <a:latin typeface="Microsoft Yahei"/>
                <a:ea typeface="Microsoft Yahei"/>
                <a:cs typeface="Microsoft Yahei"/>
                <a:sym typeface="Microsoft Yahe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pic>
        <p:nvPicPr>
          <p:cNvPr id="99" name="Google Shape;99;p37"/>
          <p:cNvPicPr preferRelativeResize="0"/>
          <p:nvPr/>
        </p:nvPicPr>
        <p:blipFill rotWithShape="1">
          <a:blip r:embed="rId2">
            <a:alphaModFix/>
          </a:blip>
          <a:srcRect/>
          <a:stretch/>
        </p:blipFill>
        <p:spPr>
          <a:xfrm>
            <a:off x="9778800" y="5201715"/>
            <a:ext cx="1778400" cy="1067843"/>
          </a:xfrm>
          <a:prstGeom prst="rect">
            <a:avLst/>
          </a:prstGeom>
          <a:noFill/>
          <a:ln>
            <a:noFill/>
          </a:ln>
        </p:spPr>
      </p:pic>
      <p:sp>
        <p:nvSpPr>
          <p:cNvPr id="100" name="Google Shape;100;p37"/>
          <p:cNvSpPr/>
          <p:nvPr/>
        </p:nvSpPr>
        <p:spPr>
          <a:xfrm>
            <a:off x="1584000" y="2282400"/>
            <a:ext cx="57600" cy="14004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sp>
        <p:nvSpPr>
          <p:cNvPr id="101" name="Google Shape;101;p37"/>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37"/>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04"/>
        <p:cNvGrpSpPr/>
        <p:nvPr/>
      </p:nvGrpSpPr>
      <p:grpSpPr>
        <a:xfrm>
          <a:off x="0" y="0"/>
          <a:ext cx="0" cy="0"/>
          <a:chOff x="0" y="0"/>
          <a:chExt cx="0" cy="0"/>
        </a:xfrm>
      </p:grpSpPr>
      <p:sp>
        <p:nvSpPr>
          <p:cNvPr id="105" name="Google Shape;105;p38"/>
          <p:cNvSpPr txBox="1">
            <a:spLocks noGrp="1"/>
          </p:cNvSpPr>
          <p:nvPr>
            <p:ph type="title"/>
          </p:nvPr>
        </p:nvSpPr>
        <p:spPr>
          <a:xfrm>
            <a:off x="604800" y="226420"/>
            <a:ext cx="10749000" cy="454617"/>
          </a:xfrm>
          <a:prstGeom prst="rect">
            <a:avLst/>
          </a:prstGeom>
          <a:noFill/>
          <a:ln>
            <a:noFill/>
          </a:ln>
        </p:spPr>
        <p:txBody>
          <a:bodyPr spcFirstLastPara="1" wrap="square" lIns="91425" tIns="90000" rIns="91425" bIns="90000" anchor="t" anchorCtr="0">
            <a:noAutofit/>
          </a:bodyPr>
          <a:lstStyle>
            <a:lvl1pPr marR="0" lvl="0" algn="l" rtl="0">
              <a:lnSpc>
                <a:spcPct val="9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6" name="Google Shape;106;p38"/>
          <p:cNvSpPr txBox="1">
            <a:spLocks noGrp="1"/>
          </p:cNvSpPr>
          <p:nvPr>
            <p:ph type="body" idx="1"/>
          </p:nvPr>
        </p:nvSpPr>
        <p:spPr>
          <a:xfrm>
            <a:off x="604800" y="907457"/>
            <a:ext cx="10749000" cy="5269506"/>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53585F"/>
              </a:buClr>
              <a:buSzPts val="2000"/>
              <a:buFont typeface="Arial"/>
              <a:buChar char="•"/>
              <a:defRPr sz="2000" b="0" i="0" u="none" strike="noStrike" cap="none">
                <a:solidFill>
                  <a:srgbClr val="53585F"/>
                </a:solidFill>
                <a:latin typeface="Microsoft Yahei"/>
                <a:ea typeface="Microsoft Yahei"/>
                <a:cs typeface="Microsoft Yahei"/>
                <a:sym typeface="Microsoft Yahei"/>
              </a:defRPr>
            </a:lvl1pPr>
            <a:lvl2pPr marL="914400" marR="0" lvl="1" indent="-342900" algn="l" rtl="0">
              <a:lnSpc>
                <a:spcPct val="90000"/>
              </a:lnSpc>
              <a:spcBef>
                <a:spcPts val="500"/>
              </a:spcBef>
              <a:spcAft>
                <a:spcPts val="0"/>
              </a:spcAft>
              <a:buClr>
                <a:srgbClr val="53585F"/>
              </a:buClr>
              <a:buSzPts val="1800"/>
              <a:buFont typeface="Arial"/>
              <a:buChar char="•"/>
              <a:defRPr sz="1800" b="0" i="0" u="none" strike="noStrike" cap="none">
                <a:solidFill>
                  <a:srgbClr val="53585F"/>
                </a:solidFill>
                <a:latin typeface="Microsoft Yahei"/>
                <a:ea typeface="Microsoft Yahei"/>
                <a:cs typeface="Microsoft Yahei"/>
                <a:sym typeface="Microsoft Yahei"/>
              </a:defRPr>
            </a:lvl2pPr>
            <a:lvl3pPr marL="1371600" marR="0" lvl="2" indent="-330200" algn="l" rtl="0">
              <a:lnSpc>
                <a:spcPct val="90000"/>
              </a:lnSpc>
              <a:spcBef>
                <a:spcPts val="500"/>
              </a:spcBef>
              <a:spcAft>
                <a:spcPts val="0"/>
              </a:spcAft>
              <a:buClr>
                <a:srgbClr val="53585F"/>
              </a:buClr>
              <a:buSzPts val="1600"/>
              <a:buFont typeface="Arial"/>
              <a:buChar char="•"/>
              <a:defRPr sz="1600" b="0" i="0" u="none" strike="noStrike" cap="none">
                <a:solidFill>
                  <a:srgbClr val="53585F"/>
                </a:solidFill>
                <a:latin typeface="Microsoft Yahei"/>
                <a:ea typeface="Microsoft Yahei"/>
                <a:cs typeface="Microsoft Yahei"/>
                <a:sym typeface="Microsoft Yahei"/>
              </a:defRPr>
            </a:lvl3pPr>
            <a:lvl4pPr marL="1828800" marR="0" lvl="3" indent="-317500" algn="l" rtl="0">
              <a:lnSpc>
                <a:spcPct val="90000"/>
              </a:lnSpc>
              <a:spcBef>
                <a:spcPts val="500"/>
              </a:spcBef>
              <a:spcAft>
                <a:spcPts val="0"/>
              </a:spcAft>
              <a:buClr>
                <a:srgbClr val="53585F"/>
              </a:buClr>
              <a:buSzPts val="1400"/>
              <a:buFont typeface="Arial"/>
              <a:buChar char="•"/>
              <a:defRPr sz="1400" b="0" i="0" u="none" strike="noStrike" cap="none">
                <a:solidFill>
                  <a:srgbClr val="53585F"/>
                </a:solidFill>
                <a:latin typeface="Microsoft Yahei"/>
                <a:ea typeface="Microsoft Yahei"/>
                <a:cs typeface="Microsoft Yahei"/>
                <a:sym typeface="Microsoft Yahei"/>
              </a:defRPr>
            </a:lvl4pPr>
            <a:lvl5pPr marL="2286000" marR="0" lvl="4" indent="-317500" algn="l" rtl="0">
              <a:lnSpc>
                <a:spcPct val="90000"/>
              </a:lnSpc>
              <a:spcBef>
                <a:spcPts val="500"/>
              </a:spcBef>
              <a:spcAft>
                <a:spcPts val="0"/>
              </a:spcAft>
              <a:buClr>
                <a:srgbClr val="53585F"/>
              </a:buClr>
              <a:buSzPts val="1400"/>
              <a:buFont typeface="Arial"/>
              <a:buChar char="•"/>
              <a:defRPr sz="1400" b="0" i="0" u="none" strike="noStrike" cap="none">
                <a:solidFill>
                  <a:srgbClr val="53585F"/>
                </a:solidFill>
                <a:latin typeface="Microsoft Yahei"/>
                <a:ea typeface="Microsoft Yahei"/>
                <a:cs typeface="Microsoft Yahei"/>
                <a:sym typeface="Microsoft Yahe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107" name="Google Shape;107;p38"/>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38"/>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pic>
        <p:nvPicPr>
          <p:cNvPr id="110" name="Google Shape;110;p38"/>
          <p:cNvPicPr preferRelativeResize="0"/>
          <p:nvPr/>
        </p:nvPicPr>
        <p:blipFill rotWithShape="1">
          <a:blip r:embed="rId2">
            <a:alphaModFix/>
          </a:blip>
          <a:srcRect/>
          <a:stretch/>
        </p:blipFill>
        <p:spPr>
          <a:xfrm>
            <a:off x="10289100" y="0"/>
            <a:ext cx="1548000" cy="889202"/>
          </a:xfrm>
          <a:prstGeom prst="rect">
            <a:avLst/>
          </a:prstGeom>
          <a:noFill/>
          <a:ln>
            <a:noFill/>
          </a:ln>
        </p:spPr>
      </p:pic>
      <p:sp>
        <p:nvSpPr>
          <p:cNvPr id="111" name="Google Shape;111;p38"/>
          <p:cNvSpPr/>
          <p:nvPr/>
        </p:nvSpPr>
        <p:spPr>
          <a:xfrm>
            <a:off x="565200" y="291600"/>
            <a:ext cx="39600" cy="3168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节标题">
  <p:cSld name="节标题">
    <p:spTree>
      <p:nvGrpSpPr>
        <p:cNvPr id="1" name="Shape 112"/>
        <p:cNvGrpSpPr/>
        <p:nvPr/>
      </p:nvGrpSpPr>
      <p:grpSpPr>
        <a:xfrm>
          <a:off x="0" y="0"/>
          <a:ext cx="0" cy="0"/>
          <a:chOff x="0" y="0"/>
          <a:chExt cx="0" cy="0"/>
        </a:xfrm>
      </p:grpSpPr>
      <p:sp>
        <p:nvSpPr>
          <p:cNvPr id="113" name="Google Shape;113;p39"/>
          <p:cNvSpPr txBox="1">
            <a:spLocks noGrp="1"/>
          </p:cNvSpPr>
          <p:nvPr>
            <p:ph type="title"/>
          </p:nvPr>
        </p:nvSpPr>
        <p:spPr>
          <a:xfrm>
            <a:off x="1800000" y="1990286"/>
            <a:ext cx="9553800" cy="1984628"/>
          </a:xfrm>
          <a:prstGeom prst="rect">
            <a:avLst/>
          </a:prstGeom>
          <a:noFill/>
          <a:ln>
            <a:noFill/>
          </a:ln>
        </p:spPr>
        <p:txBody>
          <a:bodyPr spcFirstLastPara="1" wrap="square" lIns="91425" tIns="90000" rIns="91425" bIns="90000" anchor="ctr" anchorCtr="0">
            <a:noAutofit/>
          </a:bodyPr>
          <a:lstStyle>
            <a:lvl1pPr marR="0" lvl="0" algn="l" rtl="0">
              <a:lnSpc>
                <a:spcPct val="12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4" name="Google Shape;114;p39"/>
          <p:cNvSpPr/>
          <p:nvPr/>
        </p:nvSpPr>
        <p:spPr>
          <a:xfrm>
            <a:off x="1584000" y="2282400"/>
            <a:ext cx="57600" cy="14004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sp>
        <p:nvSpPr>
          <p:cNvPr id="115" name="Google Shape;115;p39"/>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39"/>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pic>
        <p:nvPicPr>
          <p:cNvPr id="118" name="Google Shape;118;p39"/>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内容转场页">
  <p:cSld name="内容转场页">
    <p:spTree>
      <p:nvGrpSpPr>
        <p:cNvPr id="1" name="Shape 119"/>
        <p:cNvGrpSpPr/>
        <p:nvPr/>
      </p:nvGrpSpPr>
      <p:grpSpPr>
        <a:xfrm>
          <a:off x="0" y="0"/>
          <a:ext cx="0" cy="0"/>
          <a:chOff x="0" y="0"/>
          <a:chExt cx="0" cy="0"/>
        </a:xfrm>
      </p:grpSpPr>
      <p:sp>
        <p:nvSpPr>
          <p:cNvPr id="120" name="Google Shape;120;p40"/>
          <p:cNvSpPr txBox="1">
            <a:spLocks noGrp="1"/>
          </p:cNvSpPr>
          <p:nvPr>
            <p:ph type="title"/>
          </p:nvPr>
        </p:nvSpPr>
        <p:spPr>
          <a:xfrm>
            <a:off x="601200" y="2744036"/>
            <a:ext cx="10752600" cy="595928"/>
          </a:xfrm>
          <a:prstGeom prst="rect">
            <a:avLst/>
          </a:prstGeom>
          <a:noFill/>
          <a:ln>
            <a:noFill/>
          </a:ln>
        </p:spPr>
        <p:txBody>
          <a:bodyPr spcFirstLastPara="1" wrap="square" lIns="91425" tIns="90000" rIns="91425" bIns="90000" anchor="ctr" anchorCtr="0">
            <a:noAutofit/>
          </a:bodyPr>
          <a:lstStyle>
            <a:lvl1pPr marR="0" lvl="0" algn="l" rtl="0">
              <a:lnSpc>
                <a:spcPct val="9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1" name="Google Shape;121;p40"/>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0"/>
          <p:cNvSpPr txBox="1">
            <a:spLocks noGrp="1"/>
          </p:cNvSpPr>
          <p:nvPr>
            <p:ph type="ftr" idx="11"/>
          </p:nvPr>
        </p:nvSpPr>
        <p:spPr>
          <a:xfrm>
            <a:off x="39204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
        <p:nvSpPr>
          <p:cNvPr id="124" name="Google Shape;124;p40"/>
          <p:cNvSpPr/>
          <p:nvPr/>
        </p:nvSpPr>
        <p:spPr>
          <a:xfrm>
            <a:off x="561600" y="2883600"/>
            <a:ext cx="39600" cy="3168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pic>
        <p:nvPicPr>
          <p:cNvPr id="125" name="Google Shape;125;p40"/>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仅标题">
  <p:cSld name="仅标题">
    <p:spTree>
      <p:nvGrpSpPr>
        <p:cNvPr id="1" name="Shape 126"/>
        <p:cNvGrpSpPr/>
        <p:nvPr/>
      </p:nvGrpSpPr>
      <p:grpSpPr>
        <a:xfrm>
          <a:off x="0" y="0"/>
          <a:ext cx="0" cy="0"/>
          <a:chOff x="0" y="0"/>
          <a:chExt cx="0" cy="0"/>
        </a:xfrm>
      </p:grpSpPr>
      <p:sp>
        <p:nvSpPr>
          <p:cNvPr id="127" name="Google Shape;127;p41"/>
          <p:cNvSpPr txBox="1">
            <a:spLocks noGrp="1"/>
          </p:cNvSpPr>
          <p:nvPr>
            <p:ph type="title"/>
          </p:nvPr>
        </p:nvSpPr>
        <p:spPr>
          <a:xfrm>
            <a:off x="604800" y="226800"/>
            <a:ext cx="10749600" cy="453600"/>
          </a:xfrm>
          <a:prstGeom prst="rect">
            <a:avLst/>
          </a:prstGeom>
          <a:noFill/>
          <a:ln>
            <a:noFill/>
          </a:ln>
        </p:spPr>
        <p:txBody>
          <a:bodyPr spcFirstLastPara="1" wrap="square" lIns="91425" tIns="90000" rIns="91425" bIns="90000" anchor="t" anchorCtr="0">
            <a:noAutofit/>
          </a:bodyPr>
          <a:lstStyle>
            <a:lvl1pPr marR="0" lvl="0" algn="l" rtl="0">
              <a:lnSpc>
                <a:spcPct val="9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8" name="Google Shape;128;p41"/>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41"/>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
        <p:nvSpPr>
          <p:cNvPr id="131" name="Google Shape;131;p41"/>
          <p:cNvSpPr/>
          <p:nvPr/>
        </p:nvSpPr>
        <p:spPr>
          <a:xfrm>
            <a:off x="565200" y="291600"/>
            <a:ext cx="39600" cy="3168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pic>
        <p:nvPicPr>
          <p:cNvPr id="132" name="Google Shape;132;p41"/>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空白" type="blank">
  <p:cSld name="BLANK">
    <p:spTree>
      <p:nvGrpSpPr>
        <p:cNvPr id="1" name="Shape 133"/>
        <p:cNvGrpSpPr/>
        <p:nvPr/>
      </p:nvGrpSpPr>
      <p:grpSpPr>
        <a:xfrm>
          <a:off x="0" y="0"/>
          <a:ext cx="0" cy="0"/>
          <a:chOff x="0" y="0"/>
          <a:chExt cx="0" cy="0"/>
        </a:xfrm>
      </p:grpSpPr>
      <p:sp>
        <p:nvSpPr>
          <p:cNvPr id="134" name="Google Shape;134;p42"/>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42"/>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pic>
        <p:nvPicPr>
          <p:cNvPr id="137" name="Google Shape;137;p42"/>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感谢页">
  <p:cSld name="感谢页">
    <p:spTree>
      <p:nvGrpSpPr>
        <p:cNvPr id="1" name="Shape 138"/>
        <p:cNvGrpSpPr/>
        <p:nvPr/>
      </p:nvGrpSpPr>
      <p:grpSpPr>
        <a:xfrm>
          <a:off x="0" y="0"/>
          <a:ext cx="0" cy="0"/>
          <a:chOff x="0" y="0"/>
          <a:chExt cx="0" cy="0"/>
        </a:xfrm>
      </p:grpSpPr>
      <p:pic>
        <p:nvPicPr>
          <p:cNvPr id="139" name="Google Shape;139;p43"/>
          <p:cNvPicPr preferRelativeResize="0"/>
          <p:nvPr/>
        </p:nvPicPr>
        <p:blipFill rotWithShape="1">
          <a:blip r:embed="rId2">
            <a:alphaModFix/>
          </a:blip>
          <a:srcRect/>
          <a:stretch/>
        </p:blipFill>
        <p:spPr>
          <a:xfrm>
            <a:off x="5320200" y="4972210"/>
            <a:ext cx="1551600" cy="931661"/>
          </a:xfrm>
          <a:prstGeom prst="rect">
            <a:avLst/>
          </a:prstGeom>
          <a:noFill/>
          <a:ln>
            <a:noFill/>
          </a:ln>
        </p:spPr>
      </p:pic>
      <p:sp>
        <p:nvSpPr>
          <p:cNvPr id="140" name="Google Shape;140;p43"/>
          <p:cNvSpPr/>
          <p:nvPr/>
        </p:nvSpPr>
        <p:spPr>
          <a:xfrm>
            <a:off x="5532065" y="2967334"/>
            <a:ext cx="1127872" cy="461665"/>
          </a:xfrm>
          <a:prstGeom prst="rect">
            <a:avLst/>
          </a:prstGeom>
          <a:noFill/>
          <a:ln>
            <a:noFill/>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Microsoft Yahei"/>
                <a:ea typeface="Microsoft Yahei"/>
                <a:cs typeface="Microsoft Yahei"/>
                <a:sym typeface="Microsoft Yahei"/>
              </a:rPr>
              <a:t>Thanks</a:t>
            </a:r>
            <a:endParaRPr sz="2400" b="0" i="0" u="none" strike="noStrike" cap="none">
              <a:solidFill>
                <a:schemeClr val="dk1"/>
              </a:solidFill>
              <a:latin typeface="Microsoft Yahei"/>
              <a:ea typeface="Microsoft Yahei"/>
              <a:cs typeface="Microsoft Yahei"/>
              <a:sym typeface="Microsoft Yahe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45"/>
        <p:cNvGrpSpPr/>
        <p:nvPr/>
      </p:nvGrpSpPr>
      <p:grpSpPr>
        <a:xfrm>
          <a:off x="0" y="0"/>
          <a:ext cx="0" cy="0"/>
          <a:chOff x="0" y="0"/>
          <a:chExt cx="0" cy="0"/>
        </a:xfrm>
      </p:grpSpPr>
      <p:sp>
        <p:nvSpPr>
          <p:cNvPr id="146" name="Google Shape;146;p45"/>
          <p:cNvSpPr txBox="1">
            <a:spLocks noGrp="1"/>
          </p:cNvSpPr>
          <p:nvPr>
            <p:ph type="title"/>
          </p:nvPr>
        </p:nvSpPr>
        <p:spPr>
          <a:xfrm>
            <a:off x="604800" y="226420"/>
            <a:ext cx="10749000" cy="454617"/>
          </a:xfrm>
          <a:prstGeom prst="rect">
            <a:avLst/>
          </a:prstGeom>
          <a:noFill/>
          <a:ln>
            <a:noFill/>
          </a:ln>
        </p:spPr>
        <p:txBody>
          <a:bodyPr spcFirstLastPara="1" wrap="square" lIns="91425" tIns="90000" rIns="91425" bIns="90000" anchor="t" anchorCtr="0">
            <a:noAutofit/>
          </a:bodyPr>
          <a:lstStyle>
            <a:lvl1pPr marR="0" lvl="0" algn="l" rtl="0">
              <a:lnSpc>
                <a:spcPct val="9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7" name="Google Shape;147;p45"/>
          <p:cNvSpPr txBox="1">
            <a:spLocks noGrp="1"/>
          </p:cNvSpPr>
          <p:nvPr>
            <p:ph type="body" idx="1"/>
          </p:nvPr>
        </p:nvSpPr>
        <p:spPr>
          <a:xfrm>
            <a:off x="604800" y="907457"/>
            <a:ext cx="10749000" cy="5269506"/>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53585F"/>
              </a:buClr>
              <a:buSzPts val="2000"/>
              <a:buFont typeface="Arial"/>
              <a:buChar char="•"/>
              <a:defRPr sz="2000" b="0" i="0" u="none" strike="noStrike" cap="none">
                <a:solidFill>
                  <a:srgbClr val="53585F"/>
                </a:solidFill>
                <a:latin typeface="Microsoft Yahei"/>
                <a:ea typeface="Microsoft Yahei"/>
                <a:cs typeface="Microsoft Yahei"/>
                <a:sym typeface="Microsoft Yahei"/>
              </a:defRPr>
            </a:lvl1pPr>
            <a:lvl2pPr marL="914400" marR="0" lvl="1" indent="-342900" algn="l" rtl="0">
              <a:lnSpc>
                <a:spcPct val="90000"/>
              </a:lnSpc>
              <a:spcBef>
                <a:spcPts val="500"/>
              </a:spcBef>
              <a:spcAft>
                <a:spcPts val="0"/>
              </a:spcAft>
              <a:buClr>
                <a:srgbClr val="53585F"/>
              </a:buClr>
              <a:buSzPts val="1800"/>
              <a:buFont typeface="Arial"/>
              <a:buChar char="•"/>
              <a:defRPr sz="1800" b="0" i="0" u="none" strike="noStrike" cap="none">
                <a:solidFill>
                  <a:srgbClr val="53585F"/>
                </a:solidFill>
                <a:latin typeface="Microsoft Yahei"/>
                <a:ea typeface="Microsoft Yahei"/>
                <a:cs typeface="Microsoft Yahei"/>
                <a:sym typeface="Microsoft Yahei"/>
              </a:defRPr>
            </a:lvl2pPr>
            <a:lvl3pPr marL="1371600" marR="0" lvl="2" indent="-330200" algn="l" rtl="0">
              <a:lnSpc>
                <a:spcPct val="90000"/>
              </a:lnSpc>
              <a:spcBef>
                <a:spcPts val="500"/>
              </a:spcBef>
              <a:spcAft>
                <a:spcPts val="0"/>
              </a:spcAft>
              <a:buClr>
                <a:srgbClr val="53585F"/>
              </a:buClr>
              <a:buSzPts val="1600"/>
              <a:buFont typeface="Arial"/>
              <a:buChar char="•"/>
              <a:defRPr sz="1600" b="0" i="0" u="none" strike="noStrike" cap="none">
                <a:solidFill>
                  <a:srgbClr val="53585F"/>
                </a:solidFill>
                <a:latin typeface="Microsoft Yahei"/>
                <a:ea typeface="Microsoft Yahei"/>
                <a:cs typeface="Microsoft Yahei"/>
                <a:sym typeface="Microsoft Yahei"/>
              </a:defRPr>
            </a:lvl3pPr>
            <a:lvl4pPr marL="1828800" marR="0" lvl="3" indent="-317500" algn="l" rtl="0">
              <a:lnSpc>
                <a:spcPct val="90000"/>
              </a:lnSpc>
              <a:spcBef>
                <a:spcPts val="500"/>
              </a:spcBef>
              <a:spcAft>
                <a:spcPts val="0"/>
              </a:spcAft>
              <a:buClr>
                <a:srgbClr val="53585F"/>
              </a:buClr>
              <a:buSzPts val="1400"/>
              <a:buFont typeface="Arial"/>
              <a:buChar char="•"/>
              <a:defRPr sz="1400" b="0" i="0" u="none" strike="noStrike" cap="none">
                <a:solidFill>
                  <a:srgbClr val="53585F"/>
                </a:solidFill>
                <a:latin typeface="Microsoft Yahei"/>
                <a:ea typeface="Microsoft Yahei"/>
                <a:cs typeface="Microsoft Yahei"/>
                <a:sym typeface="Microsoft Yahei"/>
              </a:defRPr>
            </a:lvl4pPr>
            <a:lvl5pPr marL="2286000" marR="0" lvl="4" indent="-317500" algn="l" rtl="0">
              <a:lnSpc>
                <a:spcPct val="90000"/>
              </a:lnSpc>
              <a:spcBef>
                <a:spcPts val="500"/>
              </a:spcBef>
              <a:spcAft>
                <a:spcPts val="0"/>
              </a:spcAft>
              <a:buClr>
                <a:srgbClr val="53585F"/>
              </a:buClr>
              <a:buSzPts val="1400"/>
              <a:buFont typeface="Arial"/>
              <a:buChar char="•"/>
              <a:defRPr sz="1400" b="0" i="0" u="none" strike="noStrike" cap="none">
                <a:solidFill>
                  <a:srgbClr val="53585F"/>
                </a:solidFill>
                <a:latin typeface="Microsoft Yahei"/>
                <a:ea typeface="Microsoft Yahei"/>
                <a:cs typeface="Microsoft Yahei"/>
                <a:sym typeface="Microsoft Yahe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148" name="Google Shape;148;p45"/>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45"/>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
        <p:nvSpPr>
          <p:cNvPr id="151" name="Google Shape;151;p45"/>
          <p:cNvSpPr/>
          <p:nvPr/>
        </p:nvSpPr>
        <p:spPr>
          <a:xfrm>
            <a:off x="565200" y="291600"/>
            <a:ext cx="39600" cy="3168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pic>
        <p:nvPicPr>
          <p:cNvPr id="152" name="Google Shape;152;p45"/>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节标题">
  <p:cSld name="节标题">
    <p:spTree>
      <p:nvGrpSpPr>
        <p:cNvPr id="1" name="Shape 153"/>
        <p:cNvGrpSpPr/>
        <p:nvPr/>
      </p:nvGrpSpPr>
      <p:grpSpPr>
        <a:xfrm>
          <a:off x="0" y="0"/>
          <a:ext cx="0" cy="0"/>
          <a:chOff x="0" y="0"/>
          <a:chExt cx="0" cy="0"/>
        </a:xfrm>
      </p:grpSpPr>
      <p:sp>
        <p:nvSpPr>
          <p:cNvPr id="154" name="Google Shape;154;p46"/>
          <p:cNvSpPr txBox="1">
            <a:spLocks noGrp="1"/>
          </p:cNvSpPr>
          <p:nvPr>
            <p:ph type="title"/>
          </p:nvPr>
        </p:nvSpPr>
        <p:spPr>
          <a:xfrm>
            <a:off x="1800000" y="1823014"/>
            <a:ext cx="9553800" cy="2375762"/>
          </a:xfrm>
          <a:prstGeom prst="rect">
            <a:avLst/>
          </a:prstGeom>
          <a:noFill/>
          <a:ln>
            <a:noFill/>
          </a:ln>
        </p:spPr>
        <p:txBody>
          <a:bodyPr spcFirstLastPara="1" wrap="square" lIns="91425" tIns="90000" rIns="91425" bIns="90000" anchor="ctr" anchorCtr="0">
            <a:noAutofit/>
          </a:bodyPr>
          <a:lstStyle>
            <a:lvl1pPr marR="0" lvl="0" algn="l" rtl="0">
              <a:lnSpc>
                <a:spcPct val="12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5" name="Google Shape;155;p46"/>
          <p:cNvSpPr/>
          <p:nvPr/>
        </p:nvSpPr>
        <p:spPr>
          <a:xfrm>
            <a:off x="1584000" y="2282400"/>
            <a:ext cx="57600" cy="14004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sp>
        <p:nvSpPr>
          <p:cNvPr id="156" name="Google Shape;156;p46"/>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46"/>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pic>
        <p:nvPicPr>
          <p:cNvPr id="159" name="Google Shape;159;p46"/>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内容转场页">
  <p:cSld name="内容转场页">
    <p:spTree>
      <p:nvGrpSpPr>
        <p:cNvPr id="1" name="Shape 160"/>
        <p:cNvGrpSpPr/>
        <p:nvPr/>
      </p:nvGrpSpPr>
      <p:grpSpPr>
        <a:xfrm>
          <a:off x="0" y="0"/>
          <a:ext cx="0" cy="0"/>
          <a:chOff x="0" y="0"/>
          <a:chExt cx="0" cy="0"/>
        </a:xfrm>
      </p:grpSpPr>
      <p:sp>
        <p:nvSpPr>
          <p:cNvPr id="161" name="Google Shape;161;p47"/>
          <p:cNvSpPr txBox="1">
            <a:spLocks noGrp="1"/>
          </p:cNvSpPr>
          <p:nvPr>
            <p:ph type="title"/>
          </p:nvPr>
        </p:nvSpPr>
        <p:spPr>
          <a:xfrm>
            <a:off x="601200" y="2744036"/>
            <a:ext cx="10752600" cy="595928"/>
          </a:xfrm>
          <a:prstGeom prst="rect">
            <a:avLst/>
          </a:prstGeom>
          <a:noFill/>
          <a:ln>
            <a:noFill/>
          </a:ln>
        </p:spPr>
        <p:txBody>
          <a:bodyPr spcFirstLastPara="1" wrap="square" lIns="91425" tIns="90000" rIns="91425" bIns="90000" anchor="ctr" anchorCtr="0">
            <a:noAutofit/>
          </a:bodyPr>
          <a:lstStyle>
            <a:lvl1pPr marR="0" lvl="0" algn="l" rtl="0">
              <a:lnSpc>
                <a:spcPct val="9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2" name="Google Shape;162;p47"/>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47"/>
          <p:cNvSpPr txBox="1">
            <a:spLocks noGrp="1"/>
          </p:cNvSpPr>
          <p:nvPr>
            <p:ph type="ftr" idx="11"/>
          </p:nvPr>
        </p:nvSpPr>
        <p:spPr>
          <a:xfrm>
            <a:off x="39204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
        <p:nvSpPr>
          <p:cNvPr id="165" name="Google Shape;165;p47"/>
          <p:cNvSpPr/>
          <p:nvPr/>
        </p:nvSpPr>
        <p:spPr>
          <a:xfrm>
            <a:off x="561600" y="2883600"/>
            <a:ext cx="39600" cy="3168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pic>
        <p:nvPicPr>
          <p:cNvPr id="166" name="Google Shape;166;p47"/>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仅标题">
  <p:cSld name="仅标题">
    <p:spTree>
      <p:nvGrpSpPr>
        <p:cNvPr id="1" name="Shape 167"/>
        <p:cNvGrpSpPr/>
        <p:nvPr/>
      </p:nvGrpSpPr>
      <p:grpSpPr>
        <a:xfrm>
          <a:off x="0" y="0"/>
          <a:ext cx="0" cy="0"/>
          <a:chOff x="0" y="0"/>
          <a:chExt cx="0" cy="0"/>
        </a:xfrm>
      </p:grpSpPr>
      <p:sp>
        <p:nvSpPr>
          <p:cNvPr id="168" name="Google Shape;168;p48"/>
          <p:cNvSpPr txBox="1">
            <a:spLocks noGrp="1"/>
          </p:cNvSpPr>
          <p:nvPr>
            <p:ph type="title"/>
          </p:nvPr>
        </p:nvSpPr>
        <p:spPr>
          <a:xfrm>
            <a:off x="604800" y="226800"/>
            <a:ext cx="10749600" cy="453600"/>
          </a:xfrm>
          <a:prstGeom prst="rect">
            <a:avLst/>
          </a:prstGeom>
          <a:noFill/>
          <a:ln>
            <a:noFill/>
          </a:ln>
        </p:spPr>
        <p:txBody>
          <a:bodyPr spcFirstLastPara="1" wrap="square" lIns="91425" tIns="90000" rIns="91425" bIns="90000" anchor="t" anchorCtr="0">
            <a:noAutofit/>
          </a:bodyPr>
          <a:lstStyle>
            <a:lvl1pPr marR="0" lvl="0" algn="l" rtl="0">
              <a:lnSpc>
                <a:spcPct val="9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9" name="Google Shape;169;p48"/>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48"/>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
        <p:nvSpPr>
          <p:cNvPr id="172" name="Google Shape;172;p48"/>
          <p:cNvSpPr/>
          <p:nvPr/>
        </p:nvSpPr>
        <p:spPr>
          <a:xfrm>
            <a:off x="565200" y="291600"/>
            <a:ext cx="39600" cy="3168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pic>
        <p:nvPicPr>
          <p:cNvPr id="173" name="Google Shape;173;p48"/>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空白" type="blank">
  <p:cSld name="BLANK">
    <p:spTree>
      <p:nvGrpSpPr>
        <p:cNvPr id="1" name="Shape 174"/>
        <p:cNvGrpSpPr/>
        <p:nvPr/>
      </p:nvGrpSpPr>
      <p:grpSpPr>
        <a:xfrm>
          <a:off x="0" y="0"/>
          <a:ext cx="0" cy="0"/>
          <a:chOff x="0" y="0"/>
          <a:chExt cx="0" cy="0"/>
        </a:xfrm>
      </p:grpSpPr>
      <p:sp>
        <p:nvSpPr>
          <p:cNvPr id="175" name="Google Shape;175;p49"/>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6" name="Google Shape;176;p49"/>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pic>
        <p:nvPicPr>
          <p:cNvPr id="178" name="Google Shape;178;p49"/>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4_标题和内容" type="tx">
  <p:cSld name="TITLE_AND_BODY">
    <p:spTree>
      <p:nvGrpSpPr>
        <p:cNvPr id="1" name="Shape 179"/>
        <p:cNvGrpSpPr/>
        <p:nvPr/>
      </p:nvGrpSpPr>
      <p:grpSpPr>
        <a:xfrm>
          <a:off x="0" y="0"/>
          <a:ext cx="0" cy="0"/>
          <a:chOff x="0" y="0"/>
          <a:chExt cx="0" cy="0"/>
        </a:xfrm>
      </p:grpSpPr>
      <p:pic>
        <p:nvPicPr>
          <p:cNvPr id="180" name="Google Shape;180;p50" descr="追觅企业PPT模板20191023-白色.004"/>
          <p:cNvPicPr preferRelativeResize="0"/>
          <p:nvPr/>
        </p:nvPicPr>
        <p:blipFill rotWithShape="1">
          <a:blip r:embed="rId2">
            <a:alphaModFix/>
          </a:blip>
          <a:srcRect/>
          <a:stretch/>
        </p:blipFill>
        <p:spPr>
          <a:xfrm>
            <a:off x="-14605" y="-3175"/>
            <a:ext cx="12201525" cy="6863398"/>
          </a:xfrm>
          <a:prstGeom prst="rect">
            <a:avLst/>
          </a:prstGeom>
          <a:noFill/>
          <a:ln>
            <a:noFill/>
          </a:ln>
        </p:spPr>
      </p:pic>
      <p:pic>
        <p:nvPicPr>
          <p:cNvPr id="181" name="Google Shape;181;p50"/>
          <p:cNvPicPr preferRelativeResize="0"/>
          <p:nvPr/>
        </p:nvPicPr>
        <p:blipFill rotWithShape="1">
          <a:blip r:embed="rId3">
            <a:alphaModFix/>
          </a:blip>
          <a:srcRect/>
          <a:stretch/>
        </p:blipFill>
        <p:spPr>
          <a:xfrm>
            <a:off x="10282855" y="-11112"/>
            <a:ext cx="1547370" cy="888841"/>
          </a:xfrm>
          <a:prstGeom prst="rect">
            <a:avLst/>
          </a:prstGeom>
          <a:noFill/>
          <a:ln>
            <a:noFill/>
          </a:ln>
        </p:spPr>
      </p:pic>
      <p:sp>
        <p:nvSpPr>
          <p:cNvPr id="182" name="Google Shape;18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grpSp>
        <p:nvGrpSpPr>
          <p:cNvPr id="183" name="Google Shape;183;p50"/>
          <p:cNvGrpSpPr/>
          <p:nvPr/>
        </p:nvGrpSpPr>
        <p:grpSpPr>
          <a:xfrm>
            <a:off x="-1813424" y="890662"/>
            <a:ext cx="1601673" cy="1452341"/>
            <a:chOff x="3021484" y="1936654"/>
            <a:chExt cx="1601673" cy="1452341"/>
          </a:xfrm>
        </p:grpSpPr>
        <p:sp>
          <p:nvSpPr>
            <p:cNvPr id="184" name="Google Shape;184;p50"/>
            <p:cNvSpPr/>
            <p:nvPr/>
          </p:nvSpPr>
          <p:spPr>
            <a:xfrm>
              <a:off x="3021484" y="2672423"/>
              <a:ext cx="143002" cy="143002"/>
            </a:xfrm>
            <a:prstGeom prst="ellipse">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45700" tIns="45700" rIns="45700" bIns="45700" anchor="ctr" anchorCtr="0">
              <a:spAutoFit/>
            </a:bodyPr>
            <a:lstStyle/>
            <a:p>
              <a:pPr marL="0" marR="0" lvl="0" indent="0" algn="l" rtl="0">
                <a:lnSpc>
                  <a:spcPct val="100000"/>
                </a:lnSpc>
                <a:spcBef>
                  <a:spcPts val="0"/>
                </a:spcBef>
                <a:spcAft>
                  <a:spcPts val="0"/>
                </a:spcAft>
                <a:buClr>
                  <a:schemeClr val="dk1"/>
                </a:buClr>
                <a:buSzPts val="1800"/>
                <a:buFont typeface="Microsoft Yahei"/>
                <a:buNone/>
              </a:pPr>
              <a:endParaRPr sz="1800" b="0" i="0" u="none" strike="noStrike" cap="none">
                <a:solidFill>
                  <a:srgbClr val="000000"/>
                </a:solidFill>
                <a:latin typeface="Microsoft Yahei"/>
                <a:ea typeface="Microsoft Yahei"/>
                <a:cs typeface="Microsoft Yahei"/>
                <a:sym typeface="Microsoft Yahei"/>
              </a:endParaRPr>
            </a:p>
          </p:txBody>
        </p:sp>
        <p:sp>
          <p:nvSpPr>
            <p:cNvPr id="185" name="Google Shape;185;p50"/>
            <p:cNvSpPr txBox="1"/>
            <p:nvPr/>
          </p:nvSpPr>
          <p:spPr>
            <a:xfrm>
              <a:off x="3203574" y="2606675"/>
              <a:ext cx="1419583" cy="78232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chemeClr val="dk1"/>
                </a:buClr>
                <a:buSzPts val="900"/>
                <a:buFont typeface="Microsoft Yahei"/>
                <a:buNone/>
              </a:pPr>
              <a:r>
                <a:rPr lang="en-US" sz="900" b="0" i="0" u="none" strike="noStrike" cap="none">
                  <a:solidFill>
                    <a:schemeClr val="dk1"/>
                  </a:solidFill>
                  <a:latin typeface="Microsoft Yahei"/>
                  <a:ea typeface="Microsoft Yahei"/>
                  <a:cs typeface="Microsoft Yahei"/>
                  <a:sym typeface="Microsoft Yahei"/>
                </a:rPr>
                <a:t>$999/899 X1 Pro</a:t>
              </a:r>
              <a:endParaRPr sz="900" b="0" i="0" u="none" strike="noStrike" cap="none">
                <a:solidFill>
                  <a:schemeClr val="dk1"/>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chemeClr val="dk1"/>
                </a:buClr>
                <a:buSzPts val="900"/>
                <a:buFont typeface="Microsoft Yahei"/>
                <a:buNone/>
              </a:pPr>
              <a:r>
                <a:rPr lang="en-US" sz="900" b="0" i="0" u="none" strike="noStrike" cap="none">
                  <a:solidFill>
                    <a:schemeClr val="dk1"/>
                  </a:solidFill>
                  <a:latin typeface="Microsoft Yahei"/>
                  <a:ea typeface="Microsoft Yahei"/>
                  <a:cs typeface="Microsoft Yahei"/>
                  <a:sym typeface="Microsoft Yahei"/>
                </a:rPr>
                <a:t>扫拖一体XXX吸尘器</a:t>
              </a:r>
              <a:endParaRPr sz="900" b="0" i="0" u="none" strike="noStrike" cap="none">
                <a:solidFill>
                  <a:schemeClr val="dk1"/>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chemeClr val="dk1"/>
                </a:buClr>
                <a:buSzPts val="900"/>
                <a:buFont typeface="Microsoft Yahei"/>
                <a:buNone/>
              </a:pPr>
              <a:r>
                <a:rPr lang="en-US" sz="900" b="0" i="0" u="none" strike="noStrike" cap="none">
                  <a:solidFill>
                    <a:schemeClr val="dk1"/>
                  </a:solidFill>
                  <a:latin typeface="Microsoft Yahei"/>
                  <a:ea typeface="Microsoft Yahei"/>
                  <a:cs typeface="Microsoft Yahei"/>
                  <a:sym typeface="Microsoft Yahei"/>
                </a:rPr>
                <a:t>3000Pa/5200mAh</a:t>
              </a:r>
              <a:endParaRPr sz="900" b="0" i="0" u="none" strike="noStrike" cap="none">
                <a:solidFill>
                  <a:schemeClr val="dk1"/>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chemeClr val="dk1"/>
                </a:buClr>
                <a:buSzPts val="900"/>
                <a:buFont typeface="Microsoft Yahei"/>
                <a:buNone/>
              </a:pPr>
              <a:r>
                <a:rPr lang="en-US" sz="900" b="0" i="0" u="none" strike="noStrike" cap="none">
                  <a:solidFill>
                    <a:schemeClr val="dk1"/>
                  </a:solidFill>
                  <a:latin typeface="Microsoft Yahei"/>
                  <a:ea typeface="Microsoft Yahei"/>
                  <a:cs typeface="Microsoft Yahei"/>
                  <a:sym typeface="Microsoft Yahei"/>
                </a:rPr>
                <a:t>震动拖地/自动补水</a:t>
              </a:r>
              <a:endParaRPr sz="900" b="0" i="0" u="none" strike="noStrike" cap="none">
                <a:solidFill>
                  <a:schemeClr val="dk1"/>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chemeClr val="dk1"/>
                </a:buClr>
                <a:buSzPts val="900"/>
                <a:buFont typeface="Microsoft Yahei"/>
                <a:buNone/>
              </a:pPr>
              <a:endParaRPr sz="900" b="0" i="0" u="none" strike="noStrike" cap="none">
                <a:solidFill>
                  <a:srgbClr val="00B0F0"/>
                </a:solidFill>
                <a:latin typeface="Microsoft Yahei"/>
                <a:ea typeface="Microsoft Yahei"/>
                <a:cs typeface="Microsoft Yahei"/>
                <a:sym typeface="Microsoft Yahei"/>
              </a:endParaRPr>
            </a:p>
          </p:txBody>
        </p:sp>
        <p:sp>
          <p:nvSpPr>
            <p:cNvPr id="186" name="Google Shape;186;p50"/>
            <p:cNvSpPr/>
            <p:nvPr/>
          </p:nvSpPr>
          <p:spPr>
            <a:xfrm>
              <a:off x="3275534" y="1936654"/>
              <a:ext cx="466724" cy="646329"/>
            </a:xfrm>
            <a:prstGeom prst="rect">
              <a:avLst/>
            </a:prstGeom>
            <a:solidFill>
              <a:srgbClr val="FFFFFF"/>
            </a:solidFill>
            <a:ln w="12700" cap="flat" cmpd="sng">
              <a:solidFill>
                <a:schemeClr val="accent1"/>
              </a:solidFill>
              <a:prstDash val="solid"/>
              <a:miter lim="80"/>
              <a:headEnd type="none" w="sm" len="sm"/>
              <a:tailEnd type="none" w="sm" len="sm"/>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chemeClr val="dk1"/>
                </a:buClr>
                <a:buSzPts val="1800"/>
                <a:buFont typeface="Microsoft Yahei"/>
                <a:buNone/>
              </a:pPr>
              <a:r>
                <a:rPr lang="en-US" sz="1800" b="0" i="0" u="none" strike="noStrike" cap="none">
                  <a:solidFill>
                    <a:schemeClr val="dk1"/>
                  </a:solidFill>
                  <a:latin typeface="Microsoft Yahei"/>
                  <a:ea typeface="Microsoft Yahei"/>
                  <a:cs typeface="Microsoft Yahei"/>
                  <a:sym typeface="Microsoft Yahei"/>
                </a:rPr>
                <a:t>图片</a:t>
              </a:r>
              <a:endParaRPr sz="1800" b="0" i="0" u="none" strike="noStrike" cap="none">
                <a:solidFill>
                  <a:srgbClr val="000000"/>
                </a:solidFill>
                <a:latin typeface="Microsoft Yahei"/>
                <a:ea typeface="Microsoft Yahei"/>
                <a:cs typeface="Microsoft Yahei"/>
                <a:sym typeface="Microsoft Yahei"/>
              </a:endParaRPr>
            </a:p>
          </p:txBody>
        </p:sp>
      </p:grpSp>
      <p:sp>
        <p:nvSpPr>
          <p:cNvPr id="187" name="Google Shape;187;p50"/>
          <p:cNvSpPr txBox="1"/>
          <p:nvPr/>
        </p:nvSpPr>
        <p:spPr>
          <a:xfrm>
            <a:off x="-3082161" y="1565229"/>
            <a:ext cx="1046566" cy="600162"/>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圆形直径0.4cm</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字体Calibri</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字号 9 </a:t>
            </a:r>
            <a:endParaRPr sz="1100" b="0" i="0" u="none" strike="noStrike" cap="none">
              <a:solidFill>
                <a:srgbClr val="FF0000"/>
              </a:solidFill>
              <a:latin typeface="Microsoft Yahei"/>
              <a:ea typeface="Microsoft Yahei"/>
              <a:cs typeface="Microsoft Yahei"/>
              <a:sym typeface="Microsoft Yahei"/>
            </a:endParaRPr>
          </a:p>
        </p:txBody>
      </p:sp>
      <p:sp>
        <p:nvSpPr>
          <p:cNvPr id="188" name="Google Shape;188;p50"/>
          <p:cNvSpPr txBox="1"/>
          <p:nvPr/>
        </p:nvSpPr>
        <p:spPr>
          <a:xfrm>
            <a:off x="-2035595" y="289630"/>
            <a:ext cx="1731121" cy="430885"/>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尽量包含图片</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新产品ID不确认可以空缺</a:t>
            </a:r>
            <a:endParaRPr sz="1100" b="0" i="0" u="none" strike="noStrike" cap="none">
              <a:solidFill>
                <a:srgbClr val="FF0000"/>
              </a:solidFill>
              <a:latin typeface="Microsoft Yahei"/>
              <a:ea typeface="Microsoft Yahei"/>
              <a:cs typeface="Microsoft Yahei"/>
              <a:sym typeface="Microsoft Yahei"/>
            </a:endParaRPr>
          </a:p>
        </p:txBody>
      </p:sp>
      <p:sp>
        <p:nvSpPr>
          <p:cNvPr id="189" name="Google Shape;189;p50"/>
          <p:cNvSpPr txBox="1"/>
          <p:nvPr/>
        </p:nvSpPr>
        <p:spPr>
          <a:xfrm>
            <a:off x="-3639337" y="2426607"/>
            <a:ext cx="3067476" cy="938716"/>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第一行 $美元标记 价格/促销价格 产品型号</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第二行 产品名称（能够识别区别产品）</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第三行 主要参数规格/主卖点特性（斜线分隔）</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量产开始时间 蓝色字体 上半年精确到日期，下半年精确到月份（最好到上中下旬）</a:t>
            </a:r>
            <a:endParaRPr sz="1100" b="0" i="0" u="none" strike="noStrike" cap="none">
              <a:solidFill>
                <a:srgbClr val="FF0000"/>
              </a:solidFill>
              <a:latin typeface="Microsoft Yahei"/>
              <a:ea typeface="Microsoft Yahei"/>
              <a:cs typeface="Microsoft Yahei"/>
              <a:sym typeface="Microsoft Yahei"/>
            </a:endParaRPr>
          </a:p>
        </p:txBody>
      </p:sp>
      <p:grpSp>
        <p:nvGrpSpPr>
          <p:cNvPr id="190" name="Google Shape;190;p50"/>
          <p:cNvGrpSpPr/>
          <p:nvPr/>
        </p:nvGrpSpPr>
        <p:grpSpPr>
          <a:xfrm>
            <a:off x="-2152886" y="3739667"/>
            <a:ext cx="1572425" cy="230830"/>
            <a:chOff x="-2308860" y="4953869"/>
            <a:chExt cx="1572425" cy="230830"/>
          </a:xfrm>
        </p:grpSpPr>
        <p:cxnSp>
          <p:nvCxnSpPr>
            <p:cNvPr id="191" name="Google Shape;191;p50"/>
            <p:cNvCxnSpPr/>
            <p:nvPr/>
          </p:nvCxnSpPr>
          <p:spPr>
            <a:xfrm>
              <a:off x="-2308860" y="5069284"/>
              <a:ext cx="1218049" cy="0"/>
            </a:xfrm>
            <a:prstGeom prst="straightConnector1">
              <a:avLst/>
            </a:prstGeom>
            <a:noFill/>
            <a:ln w="9525" cap="flat" cmpd="sng">
              <a:solidFill>
                <a:schemeClr val="accent3"/>
              </a:solidFill>
              <a:prstDash val="solid"/>
              <a:miter lim="80"/>
              <a:headEnd type="none" w="sm" len="sm"/>
              <a:tailEnd type="triangle" w="med" len="med"/>
            </a:ln>
          </p:spPr>
        </p:cxnSp>
        <p:sp>
          <p:nvSpPr>
            <p:cNvPr id="192" name="Google Shape;192;p50"/>
            <p:cNvSpPr txBox="1"/>
            <p:nvPr/>
          </p:nvSpPr>
          <p:spPr>
            <a:xfrm>
              <a:off x="-1059598" y="4953869"/>
              <a:ext cx="323163" cy="23083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7F7F7F"/>
                </a:buClr>
                <a:buSzPts val="900"/>
                <a:buFont typeface="Microsoft Yahei"/>
                <a:buNone/>
              </a:pPr>
              <a:r>
                <a:rPr lang="en-US" sz="900" b="0" i="0" u="none" strike="noStrike" cap="none">
                  <a:solidFill>
                    <a:srgbClr val="7F7F7F"/>
                  </a:solidFill>
                  <a:latin typeface="Microsoft Yahei"/>
                  <a:ea typeface="Microsoft Yahei"/>
                  <a:cs typeface="Microsoft Yahei"/>
                  <a:sym typeface="Microsoft Yahei"/>
                </a:rPr>
                <a:t>退市</a:t>
              </a:r>
              <a:endParaRPr sz="900" b="0" i="0" u="none" strike="noStrike" cap="none">
                <a:solidFill>
                  <a:srgbClr val="7F7F7F"/>
                </a:solidFill>
                <a:latin typeface="Microsoft Yahei"/>
                <a:ea typeface="Microsoft Yahei"/>
                <a:cs typeface="Microsoft Yahei"/>
                <a:sym typeface="Microsoft Yahei"/>
              </a:endParaRPr>
            </a:p>
          </p:txBody>
        </p:sp>
      </p:grpSp>
      <p:sp>
        <p:nvSpPr>
          <p:cNvPr id="193" name="Google Shape;193;p50"/>
          <p:cNvSpPr txBox="1"/>
          <p:nvPr/>
        </p:nvSpPr>
        <p:spPr>
          <a:xfrm>
            <a:off x="-3693437" y="4022497"/>
            <a:ext cx="3304888" cy="261608"/>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对明确要EOL产品，用灰色箭头给出退市时间范围</a:t>
            </a:r>
            <a:endParaRPr sz="1100" b="0" i="0" u="none" strike="noStrike" cap="none">
              <a:solidFill>
                <a:srgbClr val="FF0000"/>
              </a:solidFill>
              <a:latin typeface="Microsoft Yahei"/>
              <a:ea typeface="Microsoft Yahei"/>
              <a:cs typeface="Microsoft Yahei"/>
              <a:sym typeface="Microsoft Yahei"/>
            </a:endParaRPr>
          </a:p>
        </p:txBody>
      </p:sp>
      <p:sp>
        <p:nvSpPr>
          <p:cNvPr id="194" name="Google Shape;194;p50"/>
          <p:cNvSpPr txBox="1"/>
          <p:nvPr/>
        </p:nvSpPr>
        <p:spPr>
          <a:xfrm>
            <a:off x="4986489" y="-372769"/>
            <a:ext cx="2219022" cy="261608"/>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标题字体Calibri 字号28/24  粗体</a:t>
            </a:r>
            <a:endParaRPr sz="1100" b="0" i="0" u="none" strike="noStrike" cap="none">
              <a:solidFill>
                <a:srgbClr val="FF0000"/>
              </a:solidFill>
              <a:latin typeface="Microsoft Yahei"/>
              <a:ea typeface="Microsoft Yahei"/>
              <a:cs typeface="Microsoft Yahei"/>
              <a:sym typeface="Microsoft Yahei"/>
            </a:endParaRPr>
          </a:p>
        </p:txBody>
      </p:sp>
      <p:sp>
        <p:nvSpPr>
          <p:cNvPr id="195" name="Google Shape;195;p50"/>
          <p:cNvSpPr txBox="1"/>
          <p:nvPr/>
        </p:nvSpPr>
        <p:spPr>
          <a:xfrm>
            <a:off x="-3693437" y="5042309"/>
            <a:ext cx="3304888" cy="261608"/>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除了调整价格范围外，不要动任何格式！！！</a:t>
            </a:r>
            <a:endParaRPr sz="1100" b="0" i="0" u="none" strike="noStrike" cap="none">
              <a:solidFill>
                <a:srgbClr val="FF0000"/>
              </a:solidFill>
              <a:latin typeface="Microsoft Yahei"/>
              <a:ea typeface="Microsoft Yahei"/>
              <a:cs typeface="Microsoft Yahei"/>
              <a:sym typeface="Microsoft Yahei"/>
            </a:endParaRPr>
          </a:p>
        </p:txBody>
      </p:sp>
      <p:cxnSp>
        <p:nvCxnSpPr>
          <p:cNvPr id="196" name="Google Shape;196;p50"/>
          <p:cNvCxnSpPr/>
          <p:nvPr/>
        </p:nvCxnSpPr>
        <p:spPr>
          <a:xfrm>
            <a:off x="-2251196" y="1918727"/>
            <a:ext cx="449012" cy="17927"/>
          </a:xfrm>
          <a:prstGeom prst="straightConnector1">
            <a:avLst/>
          </a:prstGeom>
          <a:noFill/>
          <a:ln w="12700" cap="flat" cmpd="sng">
            <a:solidFill>
              <a:schemeClr val="accent1"/>
            </a:solidFill>
            <a:prstDash val="solid"/>
            <a:miter lim="80"/>
            <a:headEnd type="none" w="sm" len="sm"/>
            <a:tailEnd type="triangle" w="med" len="med"/>
          </a:ln>
        </p:spPr>
      </p:cxnSp>
      <p:cxnSp>
        <p:nvCxnSpPr>
          <p:cNvPr id="197" name="Google Shape;197;p50"/>
          <p:cNvCxnSpPr/>
          <p:nvPr/>
        </p:nvCxnSpPr>
        <p:spPr>
          <a:xfrm rot="10800000">
            <a:off x="-934837" y="2221997"/>
            <a:ext cx="71631" cy="475725"/>
          </a:xfrm>
          <a:prstGeom prst="straightConnector1">
            <a:avLst/>
          </a:prstGeom>
          <a:noFill/>
          <a:ln w="12700" cap="flat" cmpd="sng">
            <a:solidFill>
              <a:schemeClr val="accent1"/>
            </a:solidFill>
            <a:prstDash val="solid"/>
            <a:miter lim="80"/>
            <a:headEnd type="none" w="sm" len="sm"/>
            <a:tailEnd type="triangle" w="med" len="med"/>
          </a:ln>
        </p:spPr>
      </p:cxnSp>
      <p:cxnSp>
        <p:nvCxnSpPr>
          <p:cNvPr id="198" name="Google Shape;198;p50"/>
          <p:cNvCxnSpPr>
            <a:endCxn id="186" idx="0"/>
          </p:cNvCxnSpPr>
          <p:nvPr/>
        </p:nvCxnSpPr>
        <p:spPr>
          <a:xfrm>
            <a:off x="-1410312" y="754462"/>
            <a:ext cx="84300" cy="136200"/>
          </a:xfrm>
          <a:prstGeom prst="straightConnector1">
            <a:avLst/>
          </a:prstGeom>
          <a:noFill/>
          <a:ln w="12700" cap="flat" cmpd="sng">
            <a:solidFill>
              <a:schemeClr val="accent1"/>
            </a:solidFill>
            <a:prstDash val="solid"/>
            <a:miter lim="80"/>
            <a:headEnd type="none" w="sm" len="sm"/>
            <a:tailEnd type="triangle" w="med" len="med"/>
          </a:ln>
        </p:spPr>
      </p:cxnSp>
      <p:sp>
        <p:nvSpPr>
          <p:cNvPr id="199" name="Google Shape;199;p50"/>
          <p:cNvSpPr txBox="1"/>
          <p:nvPr/>
        </p:nvSpPr>
        <p:spPr>
          <a:xfrm>
            <a:off x="-3693437" y="4381453"/>
            <a:ext cx="3304888" cy="430885"/>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产品图片能够说明特性，给出预期量产时间</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（不要写上市时间，销管会补充各个区域上市时间）</a:t>
            </a:r>
            <a:endParaRPr sz="1100" b="0" i="0" u="none" strike="noStrike" cap="none">
              <a:solidFill>
                <a:srgbClr val="FF0000"/>
              </a:solidFill>
              <a:latin typeface="Microsoft Yahei"/>
              <a:ea typeface="Microsoft Yahei"/>
              <a:cs typeface="Microsoft Yahei"/>
              <a:sym typeface="Microsoft Yahei"/>
            </a:endParaRPr>
          </a:p>
        </p:txBody>
      </p:sp>
      <p:sp>
        <p:nvSpPr>
          <p:cNvPr id="200" name="Google Shape;200;p50"/>
          <p:cNvSpPr txBox="1"/>
          <p:nvPr/>
        </p:nvSpPr>
        <p:spPr>
          <a:xfrm>
            <a:off x="7752548" y="-372769"/>
            <a:ext cx="4203231" cy="261608"/>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产品页标题必须和图标相对应，必须包含可以识别的产品型号/名称</a:t>
            </a:r>
            <a:endParaRPr sz="1100" b="0" i="0" u="none" strike="noStrike" cap="none">
              <a:solidFill>
                <a:srgbClr val="FF0000"/>
              </a:solidFill>
              <a:latin typeface="Microsoft Yahei"/>
              <a:ea typeface="Microsoft Yahei"/>
              <a:cs typeface="Microsoft Yahei"/>
              <a:sym typeface="Microsoft Yahei"/>
            </a:endParaRPr>
          </a:p>
        </p:txBody>
      </p:sp>
      <p:sp>
        <p:nvSpPr>
          <p:cNvPr id="201" name="Google Shape;201;p50"/>
          <p:cNvSpPr txBox="1"/>
          <p:nvPr/>
        </p:nvSpPr>
        <p:spPr>
          <a:xfrm>
            <a:off x="12384066" y="1536991"/>
            <a:ext cx="3997396" cy="600162"/>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第一部分 核心卖点，不超过4个，体现产品最大卖点/差异</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第二部分 特性，即次卖点&amp;特色</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第三部分 参数，产品主参数 </a:t>
            </a:r>
            <a:endParaRPr sz="1100" b="0" i="0" u="none" strike="noStrike" cap="none">
              <a:solidFill>
                <a:srgbClr val="FF0000"/>
              </a:solidFill>
              <a:latin typeface="Microsoft Yahei"/>
              <a:ea typeface="Microsoft Yahei"/>
              <a:cs typeface="Microsoft Yahei"/>
              <a:sym typeface="Microsoft Yahei"/>
            </a:endParaRPr>
          </a:p>
        </p:txBody>
      </p:sp>
      <p:sp>
        <p:nvSpPr>
          <p:cNvPr id="202" name="Google Shape;202;p50"/>
          <p:cNvSpPr txBox="1"/>
          <p:nvPr/>
        </p:nvSpPr>
        <p:spPr>
          <a:xfrm>
            <a:off x="12384066" y="613880"/>
            <a:ext cx="3997396" cy="600162"/>
          </a:xfrm>
          <a:prstGeom prst="rect">
            <a:avLst/>
          </a:prstGeom>
          <a:noFill/>
          <a:ln>
            <a:noFill/>
          </a:ln>
        </p:spPr>
        <p:txBody>
          <a:bodyPr spcFirstLastPara="1" wrap="square" lIns="45700" tIns="45700" rIns="45700" bIns="45700" anchor="t" anchorCtr="0">
            <a:spAutoFit/>
          </a:bodyPr>
          <a:lstStyle/>
          <a:p>
            <a:pPr marL="171450" marR="0" lvl="0" indent="-171450" algn="l" rtl="0">
              <a:lnSpc>
                <a:spcPct val="100000"/>
              </a:lnSpc>
              <a:spcBef>
                <a:spcPts val="0"/>
              </a:spcBef>
              <a:spcAft>
                <a:spcPts val="0"/>
              </a:spcAft>
              <a:buClr>
                <a:srgbClr val="FF0000"/>
              </a:buClr>
              <a:buSzPts val="1100"/>
              <a:buFont typeface="Microsoft Yahei"/>
              <a:buChar char="-"/>
            </a:pPr>
            <a:r>
              <a:rPr lang="en-US" sz="1100" b="0" i="0" u="none" strike="noStrike" cap="none">
                <a:solidFill>
                  <a:srgbClr val="FF0000"/>
                </a:solidFill>
                <a:latin typeface="Microsoft Yahei"/>
                <a:ea typeface="Microsoft Yahei"/>
                <a:cs typeface="Microsoft Yahei"/>
                <a:sym typeface="Microsoft Yahei"/>
              </a:rPr>
              <a:t>主要竞对产品</a:t>
            </a:r>
            <a:endParaRPr sz="1100" b="0" i="0" u="none" strike="noStrike" cap="none">
              <a:solidFill>
                <a:srgbClr val="FF0000"/>
              </a:solidFill>
              <a:latin typeface="Microsoft Yahei"/>
              <a:ea typeface="Microsoft Yahei"/>
              <a:cs typeface="Microsoft Yahei"/>
              <a:sym typeface="Microsoft Yahei"/>
            </a:endParaRPr>
          </a:p>
          <a:p>
            <a:pPr marL="171450" marR="0" lvl="0" indent="-171450" algn="l" rtl="0">
              <a:lnSpc>
                <a:spcPct val="100000"/>
              </a:lnSpc>
              <a:spcBef>
                <a:spcPts val="0"/>
              </a:spcBef>
              <a:spcAft>
                <a:spcPts val="0"/>
              </a:spcAft>
              <a:buClr>
                <a:srgbClr val="FF0000"/>
              </a:buClr>
              <a:buSzPts val="1100"/>
              <a:buFont typeface="Microsoft Yahei"/>
              <a:buChar char="-"/>
            </a:pPr>
            <a:r>
              <a:rPr lang="en-US" sz="1100" b="0" i="0" u="none" strike="noStrike" cap="none">
                <a:solidFill>
                  <a:srgbClr val="FF0000"/>
                </a:solidFill>
                <a:latin typeface="Microsoft Yahei"/>
                <a:ea typeface="Microsoft Yahei"/>
                <a:cs typeface="Microsoft Yahei"/>
                <a:sym typeface="Microsoft Yahei"/>
              </a:rPr>
              <a:t>产品前后演进替代关系</a:t>
            </a:r>
            <a:endParaRPr sz="1100" b="0" i="0" u="none" strike="noStrike" cap="none">
              <a:solidFill>
                <a:srgbClr val="FF0000"/>
              </a:solidFill>
              <a:latin typeface="Microsoft Yahei"/>
              <a:ea typeface="Microsoft Yahei"/>
              <a:cs typeface="Microsoft Yahei"/>
              <a:sym typeface="Microsoft Yahei"/>
            </a:endParaRPr>
          </a:p>
          <a:p>
            <a:pPr marL="171450" marR="0" lvl="0" indent="-171450" algn="l" rtl="0">
              <a:lnSpc>
                <a:spcPct val="100000"/>
              </a:lnSpc>
              <a:spcBef>
                <a:spcPts val="0"/>
              </a:spcBef>
              <a:spcAft>
                <a:spcPts val="0"/>
              </a:spcAft>
              <a:buClr>
                <a:srgbClr val="FF0000"/>
              </a:buClr>
              <a:buSzPts val="1100"/>
              <a:buFont typeface="Microsoft Yahei"/>
              <a:buChar char="-"/>
            </a:pPr>
            <a:r>
              <a:rPr lang="en-US" sz="1100" b="0" i="0" u="none" strike="noStrike" cap="none">
                <a:solidFill>
                  <a:srgbClr val="FF0000"/>
                </a:solidFill>
                <a:latin typeface="Microsoft Yahei"/>
                <a:ea typeface="Microsoft Yahei"/>
                <a:cs typeface="Microsoft Yahei"/>
                <a:sym typeface="Microsoft Yahei"/>
              </a:rPr>
              <a:t>定义产品的其他原因背景（技术、合作、渠道等）</a:t>
            </a:r>
            <a:endParaRPr sz="1100" b="0" i="0" u="none" strike="noStrike" cap="none">
              <a:solidFill>
                <a:srgbClr val="FF0000"/>
              </a:solidFill>
              <a:latin typeface="Microsoft Yahei"/>
              <a:ea typeface="Microsoft Yahei"/>
              <a:cs typeface="Microsoft Yahei"/>
              <a:sym typeface="Microsoft Yahe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207"/>
        <p:cNvGrpSpPr/>
        <p:nvPr/>
      </p:nvGrpSpPr>
      <p:grpSpPr>
        <a:xfrm>
          <a:off x="0" y="0"/>
          <a:ext cx="0" cy="0"/>
          <a:chOff x="0" y="0"/>
          <a:chExt cx="0" cy="0"/>
        </a:xfrm>
      </p:grpSpPr>
      <p:sp>
        <p:nvSpPr>
          <p:cNvPr id="208" name="Google Shape;208;p52"/>
          <p:cNvSpPr txBox="1">
            <a:spLocks noGrp="1"/>
          </p:cNvSpPr>
          <p:nvPr>
            <p:ph type="title"/>
          </p:nvPr>
        </p:nvSpPr>
        <p:spPr>
          <a:xfrm>
            <a:off x="604800" y="226420"/>
            <a:ext cx="10749000" cy="454617"/>
          </a:xfrm>
          <a:prstGeom prst="rect">
            <a:avLst/>
          </a:prstGeom>
          <a:noFill/>
          <a:ln>
            <a:noFill/>
          </a:ln>
        </p:spPr>
        <p:txBody>
          <a:bodyPr spcFirstLastPara="1" wrap="square" lIns="91425" tIns="90000" rIns="91425" bIns="90000" anchor="t" anchorCtr="0">
            <a:noAutofit/>
          </a:bodyPr>
          <a:lstStyle>
            <a:lvl1pPr marR="0" lvl="0" algn="l" rtl="0">
              <a:lnSpc>
                <a:spcPct val="9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9" name="Google Shape;209;p52"/>
          <p:cNvSpPr txBox="1">
            <a:spLocks noGrp="1"/>
          </p:cNvSpPr>
          <p:nvPr>
            <p:ph type="body" idx="1"/>
          </p:nvPr>
        </p:nvSpPr>
        <p:spPr>
          <a:xfrm>
            <a:off x="604800" y="907457"/>
            <a:ext cx="10749000" cy="5269506"/>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53585F"/>
              </a:buClr>
              <a:buSzPts val="2000"/>
              <a:buFont typeface="Arial"/>
              <a:buChar char="•"/>
              <a:defRPr sz="2000" b="0" i="0" u="none" strike="noStrike" cap="none">
                <a:solidFill>
                  <a:srgbClr val="53585F"/>
                </a:solidFill>
                <a:latin typeface="Microsoft Yahei"/>
                <a:ea typeface="Microsoft Yahei"/>
                <a:cs typeface="Microsoft Yahei"/>
                <a:sym typeface="Microsoft Yahei"/>
              </a:defRPr>
            </a:lvl1pPr>
            <a:lvl2pPr marL="914400" marR="0" lvl="1" indent="-342900" algn="l" rtl="0">
              <a:lnSpc>
                <a:spcPct val="90000"/>
              </a:lnSpc>
              <a:spcBef>
                <a:spcPts val="500"/>
              </a:spcBef>
              <a:spcAft>
                <a:spcPts val="0"/>
              </a:spcAft>
              <a:buClr>
                <a:srgbClr val="53585F"/>
              </a:buClr>
              <a:buSzPts val="1800"/>
              <a:buFont typeface="Arial"/>
              <a:buChar char="•"/>
              <a:defRPr sz="1800" b="0" i="0" u="none" strike="noStrike" cap="none">
                <a:solidFill>
                  <a:srgbClr val="53585F"/>
                </a:solidFill>
                <a:latin typeface="Microsoft Yahei"/>
                <a:ea typeface="Microsoft Yahei"/>
                <a:cs typeface="Microsoft Yahei"/>
                <a:sym typeface="Microsoft Yahei"/>
              </a:defRPr>
            </a:lvl2pPr>
            <a:lvl3pPr marL="1371600" marR="0" lvl="2" indent="-330200" algn="l" rtl="0">
              <a:lnSpc>
                <a:spcPct val="90000"/>
              </a:lnSpc>
              <a:spcBef>
                <a:spcPts val="500"/>
              </a:spcBef>
              <a:spcAft>
                <a:spcPts val="0"/>
              </a:spcAft>
              <a:buClr>
                <a:srgbClr val="53585F"/>
              </a:buClr>
              <a:buSzPts val="1600"/>
              <a:buFont typeface="Arial"/>
              <a:buChar char="•"/>
              <a:defRPr sz="1600" b="0" i="0" u="none" strike="noStrike" cap="none">
                <a:solidFill>
                  <a:srgbClr val="53585F"/>
                </a:solidFill>
                <a:latin typeface="Microsoft Yahei"/>
                <a:ea typeface="Microsoft Yahei"/>
                <a:cs typeface="Microsoft Yahei"/>
                <a:sym typeface="Microsoft Yahei"/>
              </a:defRPr>
            </a:lvl3pPr>
            <a:lvl4pPr marL="1828800" marR="0" lvl="3" indent="-317500" algn="l" rtl="0">
              <a:lnSpc>
                <a:spcPct val="90000"/>
              </a:lnSpc>
              <a:spcBef>
                <a:spcPts val="500"/>
              </a:spcBef>
              <a:spcAft>
                <a:spcPts val="0"/>
              </a:spcAft>
              <a:buClr>
                <a:srgbClr val="53585F"/>
              </a:buClr>
              <a:buSzPts val="1400"/>
              <a:buFont typeface="Arial"/>
              <a:buChar char="•"/>
              <a:defRPr sz="1400" b="0" i="0" u="none" strike="noStrike" cap="none">
                <a:solidFill>
                  <a:srgbClr val="53585F"/>
                </a:solidFill>
                <a:latin typeface="Microsoft Yahei"/>
                <a:ea typeface="Microsoft Yahei"/>
                <a:cs typeface="Microsoft Yahei"/>
                <a:sym typeface="Microsoft Yahei"/>
              </a:defRPr>
            </a:lvl4pPr>
            <a:lvl5pPr marL="2286000" marR="0" lvl="4" indent="-317500" algn="l" rtl="0">
              <a:lnSpc>
                <a:spcPct val="90000"/>
              </a:lnSpc>
              <a:spcBef>
                <a:spcPts val="500"/>
              </a:spcBef>
              <a:spcAft>
                <a:spcPts val="0"/>
              </a:spcAft>
              <a:buClr>
                <a:srgbClr val="53585F"/>
              </a:buClr>
              <a:buSzPts val="1400"/>
              <a:buFont typeface="Arial"/>
              <a:buChar char="•"/>
              <a:defRPr sz="1400" b="0" i="0" u="none" strike="noStrike" cap="none">
                <a:solidFill>
                  <a:srgbClr val="53585F"/>
                </a:solidFill>
                <a:latin typeface="Microsoft Yahei"/>
                <a:ea typeface="Microsoft Yahei"/>
                <a:cs typeface="Microsoft Yahei"/>
                <a:sym typeface="Microsoft Yahe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210" name="Google Shape;210;p52"/>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1" name="Google Shape;211;p52"/>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2" name="Google Shape;212;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
        <p:nvSpPr>
          <p:cNvPr id="213" name="Google Shape;213;p52"/>
          <p:cNvSpPr/>
          <p:nvPr/>
        </p:nvSpPr>
        <p:spPr>
          <a:xfrm>
            <a:off x="565200" y="291600"/>
            <a:ext cx="39600" cy="3168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pic>
        <p:nvPicPr>
          <p:cNvPr id="214" name="Google Shape;214;p52"/>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节标题">
  <p:cSld name="节标题">
    <p:spTree>
      <p:nvGrpSpPr>
        <p:cNvPr id="1" name="Shape 215"/>
        <p:cNvGrpSpPr/>
        <p:nvPr/>
      </p:nvGrpSpPr>
      <p:grpSpPr>
        <a:xfrm>
          <a:off x="0" y="0"/>
          <a:ext cx="0" cy="0"/>
          <a:chOff x="0" y="0"/>
          <a:chExt cx="0" cy="0"/>
        </a:xfrm>
      </p:grpSpPr>
      <p:sp>
        <p:nvSpPr>
          <p:cNvPr id="216" name="Google Shape;216;p53"/>
          <p:cNvSpPr txBox="1">
            <a:spLocks noGrp="1"/>
          </p:cNvSpPr>
          <p:nvPr>
            <p:ph type="title"/>
          </p:nvPr>
        </p:nvSpPr>
        <p:spPr>
          <a:xfrm>
            <a:off x="1800000" y="1823014"/>
            <a:ext cx="9553800" cy="2375762"/>
          </a:xfrm>
          <a:prstGeom prst="rect">
            <a:avLst/>
          </a:prstGeom>
          <a:noFill/>
          <a:ln>
            <a:noFill/>
          </a:ln>
        </p:spPr>
        <p:txBody>
          <a:bodyPr spcFirstLastPara="1" wrap="square" lIns="91425" tIns="90000" rIns="91425" bIns="90000" anchor="ctr" anchorCtr="0">
            <a:noAutofit/>
          </a:bodyPr>
          <a:lstStyle>
            <a:lvl1pPr marR="0" lvl="0" algn="l" rtl="0">
              <a:lnSpc>
                <a:spcPct val="12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7" name="Google Shape;217;p53"/>
          <p:cNvSpPr/>
          <p:nvPr/>
        </p:nvSpPr>
        <p:spPr>
          <a:xfrm>
            <a:off x="1584000" y="2282400"/>
            <a:ext cx="57600" cy="14004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sp>
        <p:nvSpPr>
          <p:cNvPr id="218" name="Google Shape;218;p53"/>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9" name="Google Shape;219;p53"/>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0" name="Google Shape;220;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pic>
        <p:nvPicPr>
          <p:cNvPr id="221" name="Google Shape;221;p53"/>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内容转场页">
  <p:cSld name="内容转场页">
    <p:spTree>
      <p:nvGrpSpPr>
        <p:cNvPr id="1" name="Shape 222"/>
        <p:cNvGrpSpPr/>
        <p:nvPr/>
      </p:nvGrpSpPr>
      <p:grpSpPr>
        <a:xfrm>
          <a:off x="0" y="0"/>
          <a:ext cx="0" cy="0"/>
          <a:chOff x="0" y="0"/>
          <a:chExt cx="0" cy="0"/>
        </a:xfrm>
      </p:grpSpPr>
      <p:sp>
        <p:nvSpPr>
          <p:cNvPr id="223" name="Google Shape;223;p54"/>
          <p:cNvSpPr txBox="1">
            <a:spLocks noGrp="1"/>
          </p:cNvSpPr>
          <p:nvPr>
            <p:ph type="title"/>
          </p:nvPr>
        </p:nvSpPr>
        <p:spPr>
          <a:xfrm>
            <a:off x="601200" y="2744036"/>
            <a:ext cx="10752600" cy="595928"/>
          </a:xfrm>
          <a:prstGeom prst="rect">
            <a:avLst/>
          </a:prstGeom>
          <a:noFill/>
          <a:ln>
            <a:noFill/>
          </a:ln>
        </p:spPr>
        <p:txBody>
          <a:bodyPr spcFirstLastPara="1" wrap="square" lIns="91425" tIns="90000" rIns="91425" bIns="90000" anchor="ctr" anchorCtr="0">
            <a:noAutofit/>
          </a:bodyPr>
          <a:lstStyle>
            <a:lvl1pPr marR="0" lvl="0" algn="l" rtl="0">
              <a:lnSpc>
                <a:spcPct val="9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24" name="Google Shape;224;p54"/>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5" name="Google Shape;225;p54"/>
          <p:cNvSpPr txBox="1">
            <a:spLocks noGrp="1"/>
          </p:cNvSpPr>
          <p:nvPr>
            <p:ph type="ftr" idx="11"/>
          </p:nvPr>
        </p:nvSpPr>
        <p:spPr>
          <a:xfrm>
            <a:off x="39204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6" name="Google Shape;226;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
        <p:nvSpPr>
          <p:cNvPr id="227" name="Google Shape;227;p54"/>
          <p:cNvSpPr/>
          <p:nvPr/>
        </p:nvSpPr>
        <p:spPr>
          <a:xfrm>
            <a:off x="561600" y="2883600"/>
            <a:ext cx="39600" cy="3168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pic>
        <p:nvPicPr>
          <p:cNvPr id="228" name="Google Shape;228;p54"/>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仅标题">
  <p:cSld name="仅标题">
    <p:spTree>
      <p:nvGrpSpPr>
        <p:cNvPr id="1" name="Shape 229"/>
        <p:cNvGrpSpPr/>
        <p:nvPr/>
      </p:nvGrpSpPr>
      <p:grpSpPr>
        <a:xfrm>
          <a:off x="0" y="0"/>
          <a:ext cx="0" cy="0"/>
          <a:chOff x="0" y="0"/>
          <a:chExt cx="0" cy="0"/>
        </a:xfrm>
      </p:grpSpPr>
      <p:sp>
        <p:nvSpPr>
          <p:cNvPr id="230" name="Google Shape;230;p55"/>
          <p:cNvSpPr txBox="1">
            <a:spLocks noGrp="1"/>
          </p:cNvSpPr>
          <p:nvPr>
            <p:ph type="title"/>
          </p:nvPr>
        </p:nvSpPr>
        <p:spPr>
          <a:xfrm>
            <a:off x="604800" y="226800"/>
            <a:ext cx="10749600" cy="453600"/>
          </a:xfrm>
          <a:prstGeom prst="rect">
            <a:avLst/>
          </a:prstGeom>
          <a:noFill/>
          <a:ln>
            <a:noFill/>
          </a:ln>
        </p:spPr>
        <p:txBody>
          <a:bodyPr spcFirstLastPara="1" wrap="square" lIns="91425" tIns="90000" rIns="91425" bIns="90000" anchor="t" anchorCtr="0">
            <a:noAutofit/>
          </a:bodyPr>
          <a:lstStyle>
            <a:lvl1pPr marR="0" lvl="0" algn="l" rtl="0">
              <a:lnSpc>
                <a:spcPct val="90000"/>
              </a:lnSpc>
              <a:spcBef>
                <a:spcPts val="0"/>
              </a:spcBef>
              <a:spcAft>
                <a:spcPts val="0"/>
              </a:spcAft>
              <a:buClr>
                <a:srgbClr val="53585F"/>
              </a:buClr>
              <a:buSzPts val="2400"/>
              <a:buFont typeface="Microsoft Yahei"/>
              <a:buNone/>
              <a:defRPr sz="2400" b="0" i="0" u="none" strike="noStrike" cap="none">
                <a:solidFill>
                  <a:srgbClr val="53585F"/>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31" name="Google Shape;231;p55"/>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2" name="Google Shape;232;p55"/>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3" name="Google Shape;233;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
        <p:nvSpPr>
          <p:cNvPr id="234" name="Google Shape;234;p55"/>
          <p:cNvSpPr/>
          <p:nvPr/>
        </p:nvSpPr>
        <p:spPr>
          <a:xfrm>
            <a:off x="565200" y="291600"/>
            <a:ext cx="39600" cy="316800"/>
          </a:xfrm>
          <a:prstGeom prst="rect">
            <a:avLst/>
          </a:prstGeom>
          <a:solidFill>
            <a:srgbClr val="00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icrosoft Yahei"/>
              <a:ea typeface="Microsoft Yahei"/>
              <a:cs typeface="Microsoft Yahei"/>
              <a:sym typeface="Microsoft Yahei"/>
            </a:endParaRPr>
          </a:p>
        </p:txBody>
      </p:sp>
      <p:pic>
        <p:nvPicPr>
          <p:cNvPr id="235" name="Google Shape;235;p55"/>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空白" type="blank">
  <p:cSld name="BLANK">
    <p:spTree>
      <p:nvGrpSpPr>
        <p:cNvPr id="1" name="Shape 236"/>
        <p:cNvGrpSpPr/>
        <p:nvPr/>
      </p:nvGrpSpPr>
      <p:grpSpPr>
        <a:xfrm>
          <a:off x="0" y="0"/>
          <a:ext cx="0" cy="0"/>
          <a:chOff x="0" y="0"/>
          <a:chExt cx="0" cy="0"/>
        </a:xfrm>
      </p:grpSpPr>
      <p:sp>
        <p:nvSpPr>
          <p:cNvPr id="237" name="Google Shape;237;p56"/>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8" name="Google Shape;238;p56"/>
          <p:cNvSpPr txBox="1">
            <a:spLocks noGrp="1"/>
          </p:cNvSpPr>
          <p:nvPr>
            <p:ph type="ftr" idx="11"/>
          </p:nvPr>
        </p:nvSpPr>
        <p:spPr>
          <a:xfrm>
            <a:off x="39219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9" name="Google Shape;239;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pic>
        <p:nvPicPr>
          <p:cNvPr id="240" name="Google Shape;240;p56"/>
          <p:cNvPicPr preferRelativeResize="0"/>
          <p:nvPr/>
        </p:nvPicPr>
        <p:blipFill rotWithShape="1">
          <a:blip r:embed="rId2">
            <a:alphaModFix/>
          </a:blip>
          <a:srcRect/>
          <a:stretch/>
        </p:blipFill>
        <p:spPr>
          <a:xfrm>
            <a:off x="10289100" y="0"/>
            <a:ext cx="1548000" cy="889202"/>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4_标题和内容" type="tx">
  <p:cSld name="TITLE_AND_BODY">
    <p:spTree>
      <p:nvGrpSpPr>
        <p:cNvPr id="1" name="Shape 241"/>
        <p:cNvGrpSpPr/>
        <p:nvPr/>
      </p:nvGrpSpPr>
      <p:grpSpPr>
        <a:xfrm>
          <a:off x="0" y="0"/>
          <a:ext cx="0" cy="0"/>
          <a:chOff x="0" y="0"/>
          <a:chExt cx="0" cy="0"/>
        </a:xfrm>
      </p:grpSpPr>
      <p:pic>
        <p:nvPicPr>
          <p:cNvPr id="242" name="Google Shape;242;p57" descr="追觅企业PPT模板20191023-白色.004"/>
          <p:cNvPicPr preferRelativeResize="0"/>
          <p:nvPr/>
        </p:nvPicPr>
        <p:blipFill rotWithShape="1">
          <a:blip r:embed="rId2">
            <a:alphaModFix/>
          </a:blip>
          <a:srcRect/>
          <a:stretch/>
        </p:blipFill>
        <p:spPr>
          <a:xfrm>
            <a:off x="-14605" y="-3175"/>
            <a:ext cx="12201525" cy="6863398"/>
          </a:xfrm>
          <a:prstGeom prst="rect">
            <a:avLst/>
          </a:prstGeom>
          <a:noFill/>
          <a:ln>
            <a:noFill/>
          </a:ln>
        </p:spPr>
      </p:pic>
      <p:pic>
        <p:nvPicPr>
          <p:cNvPr id="243" name="Google Shape;243;p57"/>
          <p:cNvPicPr preferRelativeResize="0"/>
          <p:nvPr/>
        </p:nvPicPr>
        <p:blipFill rotWithShape="1">
          <a:blip r:embed="rId3">
            <a:alphaModFix/>
          </a:blip>
          <a:srcRect/>
          <a:stretch/>
        </p:blipFill>
        <p:spPr>
          <a:xfrm>
            <a:off x="10282855" y="-11112"/>
            <a:ext cx="1547370" cy="888841"/>
          </a:xfrm>
          <a:prstGeom prst="rect">
            <a:avLst/>
          </a:prstGeom>
          <a:noFill/>
          <a:ln>
            <a:noFill/>
          </a:ln>
        </p:spPr>
      </p:pic>
      <p:sp>
        <p:nvSpPr>
          <p:cNvPr id="244" name="Google Shape;244;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grpSp>
        <p:nvGrpSpPr>
          <p:cNvPr id="245" name="Google Shape;245;p57"/>
          <p:cNvGrpSpPr/>
          <p:nvPr/>
        </p:nvGrpSpPr>
        <p:grpSpPr>
          <a:xfrm>
            <a:off x="-1813424" y="890662"/>
            <a:ext cx="1601673" cy="1452341"/>
            <a:chOff x="3021484" y="1936654"/>
            <a:chExt cx="1601673" cy="1452341"/>
          </a:xfrm>
        </p:grpSpPr>
        <p:sp>
          <p:nvSpPr>
            <p:cNvPr id="246" name="Google Shape;246;p57"/>
            <p:cNvSpPr/>
            <p:nvPr/>
          </p:nvSpPr>
          <p:spPr>
            <a:xfrm>
              <a:off x="3021484" y="2672423"/>
              <a:ext cx="143002" cy="143002"/>
            </a:xfrm>
            <a:prstGeom prst="ellipse">
              <a:avLst/>
            </a:prstGeom>
            <a:gradFill>
              <a:gsLst>
                <a:gs pos="0">
                  <a:srgbClr val="5F82CA"/>
                </a:gs>
                <a:gs pos="50000">
                  <a:srgbClr val="3C70CA"/>
                </a:gs>
                <a:gs pos="100000">
                  <a:srgbClr val="2E60B9"/>
                </a:gs>
              </a:gsLst>
              <a:lin ang="5400000" scaled="0"/>
            </a:gradFill>
            <a:ln>
              <a:noFill/>
            </a:ln>
            <a:effectLst>
              <a:outerShdw blurRad="57150" dist="19050" dir="5400000" algn="ctr" rotWithShape="0">
                <a:srgbClr val="000000">
                  <a:alpha val="62745"/>
                </a:srgbClr>
              </a:outerShdw>
            </a:effectLst>
          </p:spPr>
          <p:txBody>
            <a:bodyPr spcFirstLastPara="1" wrap="square" lIns="45700" tIns="45700" rIns="45700" bIns="45700" anchor="ctr" anchorCtr="0">
              <a:spAutoFit/>
            </a:bodyPr>
            <a:lstStyle/>
            <a:p>
              <a:pPr marL="0" marR="0" lvl="0" indent="0" algn="l" rtl="0">
                <a:lnSpc>
                  <a:spcPct val="100000"/>
                </a:lnSpc>
                <a:spcBef>
                  <a:spcPts val="0"/>
                </a:spcBef>
                <a:spcAft>
                  <a:spcPts val="0"/>
                </a:spcAft>
                <a:buClr>
                  <a:schemeClr val="dk1"/>
                </a:buClr>
                <a:buSzPts val="1800"/>
                <a:buFont typeface="Microsoft Yahei"/>
                <a:buNone/>
              </a:pPr>
              <a:endParaRPr sz="1800" b="0" i="0" u="none" strike="noStrike" cap="none">
                <a:solidFill>
                  <a:srgbClr val="000000"/>
                </a:solidFill>
                <a:latin typeface="Microsoft Yahei"/>
                <a:ea typeface="Microsoft Yahei"/>
                <a:cs typeface="Microsoft Yahei"/>
                <a:sym typeface="Microsoft Yahei"/>
              </a:endParaRPr>
            </a:p>
          </p:txBody>
        </p:sp>
        <p:sp>
          <p:nvSpPr>
            <p:cNvPr id="247" name="Google Shape;247;p57"/>
            <p:cNvSpPr txBox="1"/>
            <p:nvPr/>
          </p:nvSpPr>
          <p:spPr>
            <a:xfrm>
              <a:off x="3203574" y="2606675"/>
              <a:ext cx="1419583" cy="78232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chemeClr val="dk1"/>
                </a:buClr>
                <a:buSzPts val="900"/>
                <a:buFont typeface="Microsoft Yahei"/>
                <a:buNone/>
              </a:pPr>
              <a:r>
                <a:rPr lang="en-US" sz="900" b="0" i="0" u="none" strike="noStrike" cap="none">
                  <a:solidFill>
                    <a:schemeClr val="dk1"/>
                  </a:solidFill>
                  <a:latin typeface="Microsoft Yahei"/>
                  <a:ea typeface="Microsoft Yahei"/>
                  <a:cs typeface="Microsoft Yahei"/>
                  <a:sym typeface="Microsoft Yahei"/>
                </a:rPr>
                <a:t>$999/899 X1 Pro</a:t>
              </a:r>
              <a:endParaRPr sz="900" b="0" i="0" u="none" strike="noStrike" cap="none">
                <a:solidFill>
                  <a:schemeClr val="dk1"/>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chemeClr val="dk1"/>
                </a:buClr>
                <a:buSzPts val="900"/>
                <a:buFont typeface="Microsoft Yahei"/>
                <a:buNone/>
              </a:pPr>
              <a:r>
                <a:rPr lang="en-US" sz="900" b="0" i="0" u="none" strike="noStrike" cap="none">
                  <a:solidFill>
                    <a:schemeClr val="dk1"/>
                  </a:solidFill>
                  <a:latin typeface="Microsoft Yahei"/>
                  <a:ea typeface="Microsoft Yahei"/>
                  <a:cs typeface="Microsoft Yahei"/>
                  <a:sym typeface="Microsoft Yahei"/>
                </a:rPr>
                <a:t>扫拖一体XXX吸尘器</a:t>
              </a:r>
              <a:endParaRPr sz="900" b="0" i="0" u="none" strike="noStrike" cap="none">
                <a:solidFill>
                  <a:schemeClr val="dk1"/>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chemeClr val="dk1"/>
                </a:buClr>
                <a:buSzPts val="900"/>
                <a:buFont typeface="Microsoft Yahei"/>
                <a:buNone/>
              </a:pPr>
              <a:r>
                <a:rPr lang="en-US" sz="900" b="0" i="0" u="none" strike="noStrike" cap="none">
                  <a:solidFill>
                    <a:schemeClr val="dk1"/>
                  </a:solidFill>
                  <a:latin typeface="Microsoft Yahei"/>
                  <a:ea typeface="Microsoft Yahei"/>
                  <a:cs typeface="Microsoft Yahei"/>
                  <a:sym typeface="Microsoft Yahei"/>
                </a:rPr>
                <a:t>3000Pa/5200mAh</a:t>
              </a:r>
              <a:endParaRPr sz="900" b="0" i="0" u="none" strike="noStrike" cap="none">
                <a:solidFill>
                  <a:schemeClr val="dk1"/>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chemeClr val="dk1"/>
                </a:buClr>
                <a:buSzPts val="900"/>
                <a:buFont typeface="Microsoft Yahei"/>
                <a:buNone/>
              </a:pPr>
              <a:r>
                <a:rPr lang="en-US" sz="900" b="0" i="0" u="none" strike="noStrike" cap="none">
                  <a:solidFill>
                    <a:schemeClr val="dk1"/>
                  </a:solidFill>
                  <a:latin typeface="Microsoft Yahei"/>
                  <a:ea typeface="Microsoft Yahei"/>
                  <a:cs typeface="Microsoft Yahei"/>
                  <a:sym typeface="Microsoft Yahei"/>
                </a:rPr>
                <a:t>震动拖地/自动补水</a:t>
              </a:r>
              <a:endParaRPr sz="900" b="0" i="0" u="none" strike="noStrike" cap="none">
                <a:solidFill>
                  <a:schemeClr val="dk1"/>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chemeClr val="dk1"/>
                </a:buClr>
                <a:buSzPts val="900"/>
                <a:buFont typeface="Microsoft Yahei"/>
                <a:buNone/>
              </a:pPr>
              <a:endParaRPr sz="900" b="0" i="0" u="none" strike="noStrike" cap="none">
                <a:solidFill>
                  <a:srgbClr val="00B0F0"/>
                </a:solidFill>
                <a:latin typeface="Microsoft Yahei"/>
                <a:ea typeface="Microsoft Yahei"/>
                <a:cs typeface="Microsoft Yahei"/>
                <a:sym typeface="Microsoft Yahei"/>
              </a:endParaRPr>
            </a:p>
          </p:txBody>
        </p:sp>
        <p:sp>
          <p:nvSpPr>
            <p:cNvPr id="248" name="Google Shape;248;p57"/>
            <p:cNvSpPr/>
            <p:nvPr/>
          </p:nvSpPr>
          <p:spPr>
            <a:xfrm>
              <a:off x="3275534" y="1936654"/>
              <a:ext cx="466724" cy="646329"/>
            </a:xfrm>
            <a:prstGeom prst="rect">
              <a:avLst/>
            </a:prstGeom>
            <a:solidFill>
              <a:srgbClr val="FFFFFF"/>
            </a:solidFill>
            <a:ln w="12700" cap="flat" cmpd="sng">
              <a:solidFill>
                <a:schemeClr val="accent1"/>
              </a:solidFill>
              <a:prstDash val="solid"/>
              <a:miter lim="80"/>
              <a:headEnd type="none" w="sm" len="sm"/>
              <a:tailEnd type="none" w="sm" len="sm"/>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chemeClr val="dk1"/>
                </a:buClr>
                <a:buSzPts val="1800"/>
                <a:buFont typeface="Microsoft Yahei"/>
                <a:buNone/>
              </a:pPr>
              <a:r>
                <a:rPr lang="en-US" sz="1800" b="0" i="0" u="none" strike="noStrike" cap="none">
                  <a:solidFill>
                    <a:schemeClr val="dk1"/>
                  </a:solidFill>
                  <a:latin typeface="Microsoft Yahei"/>
                  <a:ea typeface="Microsoft Yahei"/>
                  <a:cs typeface="Microsoft Yahei"/>
                  <a:sym typeface="Microsoft Yahei"/>
                </a:rPr>
                <a:t>图片</a:t>
              </a:r>
              <a:endParaRPr sz="1800" b="0" i="0" u="none" strike="noStrike" cap="none">
                <a:solidFill>
                  <a:srgbClr val="000000"/>
                </a:solidFill>
                <a:latin typeface="Microsoft Yahei"/>
                <a:ea typeface="Microsoft Yahei"/>
                <a:cs typeface="Microsoft Yahei"/>
                <a:sym typeface="Microsoft Yahei"/>
              </a:endParaRPr>
            </a:p>
          </p:txBody>
        </p:sp>
      </p:grpSp>
      <p:sp>
        <p:nvSpPr>
          <p:cNvPr id="249" name="Google Shape;249;p57"/>
          <p:cNvSpPr txBox="1"/>
          <p:nvPr/>
        </p:nvSpPr>
        <p:spPr>
          <a:xfrm>
            <a:off x="-3082161" y="1565229"/>
            <a:ext cx="1046566" cy="600162"/>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圆形直径0.4cm</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字体Calibri</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字号 9 </a:t>
            </a:r>
            <a:endParaRPr sz="1100" b="0" i="0" u="none" strike="noStrike" cap="none">
              <a:solidFill>
                <a:srgbClr val="FF0000"/>
              </a:solidFill>
              <a:latin typeface="Microsoft Yahei"/>
              <a:ea typeface="Microsoft Yahei"/>
              <a:cs typeface="Microsoft Yahei"/>
              <a:sym typeface="Microsoft Yahei"/>
            </a:endParaRPr>
          </a:p>
        </p:txBody>
      </p:sp>
      <p:sp>
        <p:nvSpPr>
          <p:cNvPr id="250" name="Google Shape;250;p57"/>
          <p:cNvSpPr txBox="1"/>
          <p:nvPr/>
        </p:nvSpPr>
        <p:spPr>
          <a:xfrm>
            <a:off x="-2035595" y="289630"/>
            <a:ext cx="1731121" cy="430885"/>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尽量包含图片</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新产品ID不确认可以空缺</a:t>
            </a:r>
            <a:endParaRPr sz="1100" b="0" i="0" u="none" strike="noStrike" cap="none">
              <a:solidFill>
                <a:srgbClr val="FF0000"/>
              </a:solidFill>
              <a:latin typeface="Microsoft Yahei"/>
              <a:ea typeface="Microsoft Yahei"/>
              <a:cs typeface="Microsoft Yahei"/>
              <a:sym typeface="Microsoft Yahei"/>
            </a:endParaRPr>
          </a:p>
        </p:txBody>
      </p:sp>
      <p:sp>
        <p:nvSpPr>
          <p:cNvPr id="251" name="Google Shape;251;p57"/>
          <p:cNvSpPr txBox="1"/>
          <p:nvPr/>
        </p:nvSpPr>
        <p:spPr>
          <a:xfrm>
            <a:off x="-3639337" y="2426607"/>
            <a:ext cx="3067476" cy="938716"/>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第一行 $美元标记 价格/促销价格 产品型号</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第二行 产品名称（能够识别区别产品）</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第三行 主要参数规格/主卖点特性（斜线分隔）</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量产开始时间 蓝色字体 上半年精确到日期，下半年精确到月份（最好到上中下旬）</a:t>
            </a:r>
            <a:endParaRPr sz="1100" b="0" i="0" u="none" strike="noStrike" cap="none">
              <a:solidFill>
                <a:srgbClr val="FF0000"/>
              </a:solidFill>
              <a:latin typeface="Microsoft Yahei"/>
              <a:ea typeface="Microsoft Yahei"/>
              <a:cs typeface="Microsoft Yahei"/>
              <a:sym typeface="Microsoft Yahei"/>
            </a:endParaRPr>
          </a:p>
        </p:txBody>
      </p:sp>
      <p:grpSp>
        <p:nvGrpSpPr>
          <p:cNvPr id="252" name="Google Shape;252;p57"/>
          <p:cNvGrpSpPr/>
          <p:nvPr/>
        </p:nvGrpSpPr>
        <p:grpSpPr>
          <a:xfrm>
            <a:off x="-2152886" y="3739667"/>
            <a:ext cx="1572425" cy="230830"/>
            <a:chOff x="-2308860" y="4953869"/>
            <a:chExt cx="1572425" cy="230830"/>
          </a:xfrm>
        </p:grpSpPr>
        <p:cxnSp>
          <p:nvCxnSpPr>
            <p:cNvPr id="253" name="Google Shape;253;p57"/>
            <p:cNvCxnSpPr/>
            <p:nvPr/>
          </p:nvCxnSpPr>
          <p:spPr>
            <a:xfrm>
              <a:off x="-2308860" y="5069284"/>
              <a:ext cx="1218049" cy="0"/>
            </a:xfrm>
            <a:prstGeom prst="straightConnector1">
              <a:avLst/>
            </a:prstGeom>
            <a:noFill/>
            <a:ln w="9525" cap="flat" cmpd="sng">
              <a:solidFill>
                <a:schemeClr val="accent3"/>
              </a:solidFill>
              <a:prstDash val="solid"/>
              <a:miter lim="80"/>
              <a:headEnd type="none" w="sm" len="sm"/>
              <a:tailEnd type="triangle" w="med" len="med"/>
            </a:ln>
          </p:spPr>
        </p:cxnSp>
        <p:sp>
          <p:nvSpPr>
            <p:cNvPr id="254" name="Google Shape;254;p57"/>
            <p:cNvSpPr txBox="1"/>
            <p:nvPr/>
          </p:nvSpPr>
          <p:spPr>
            <a:xfrm>
              <a:off x="-1059598" y="4953869"/>
              <a:ext cx="323163" cy="23083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7F7F7F"/>
                </a:buClr>
                <a:buSzPts val="900"/>
                <a:buFont typeface="Microsoft Yahei"/>
                <a:buNone/>
              </a:pPr>
              <a:r>
                <a:rPr lang="en-US" sz="900" b="0" i="0" u="none" strike="noStrike" cap="none">
                  <a:solidFill>
                    <a:srgbClr val="7F7F7F"/>
                  </a:solidFill>
                  <a:latin typeface="Microsoft Yahei"/>
                  <a:ea typeface="Microsoft Yahei"/>
                  <a:cs typeface="Microsoft Yahei"/>
                  <a:sym typeface="Microsoft Yahei"/>
                </a:rPr>
                <a:t>退市</a:t>
              </a:r>
              <a:endParaRPr sz="900" b="0" i="0" u="none" strike="noStrike" cap="none">
                <a:solidFill>
                  <a:srgbClr val="7F7F7F"/>
                </a:solidFill>
                <a:latin typeface="Microsoft Yahei"/>
                <a:ea typeface="Microsoft Yahei"/>
                <a:cs typeface="Microsoft Yahei"/>
                <a:sym typeface="Microsoft Yahei"/>
              </a:endParaRPr>
            </a:p>
          </p:txBody>
        </p:sp>
      </p:grpSp>
      <p:sp>
        <p:nvSpPr>
          <p:cNvPr id="255" name="Google Shape;255;p57"/>
          <p:cNvSpPr txBox="1"/>
          <p:nvPr/>
        </p:nvSpPr>
        <p:spPr>
          <a:xfrm>
            <a:off x="-3693437" y="4022497"/>
            <a:ext cx="3304888" cy="261608"/>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对明确要EOL产品，用灰色箭头给出退市时间范围</a:t>
            </a:r>
            <a:endParaRPr sz="1100" b="0" i="0" u="none" strike="noStrike" cap="none">
              <a:solidFill>
                <a:srgbClr val="FF0000"/>
              </a:solidFill>
              <a:latin typeface="Microsoft Yahei"/>
              <a:ea typeface="Microsoft Yahei"/>
              <a:cs typeface="Microsoft Yahei"/>
              <a:sym typeface="Microsoft Yahei"/>
            </a:endParaRPr>
          </a:p>
        </p:txBody>
      </p:sp>
      <p:sp>
        <p:nvSpPr>
          <p:cNvPr id="256" name="Google Shape;256;p57"/>
          <p:cNvSpPr txBox="1"/>
          <p:nvPr/>
        </p:nvSpPr>
        <p:spPr>
          <a:xfrm>
            <a:off x="4986489" y="-372769"/>
            <a:ext cx="2219022" cy="261608"/>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标题字体Calibri 字号28/24  粗体</a:t>
            </a:r>
            <a:endParaRPr sz="1100" b="0" i="0" u="none" strike="noStrike" cap="none">
              <a:solidFill>
                <a:srgbClr val="FF0000"/>
              </a:solidFill>
              <a:latin typeface="Microsoft Yahei"/>
              <a:ea typeface="Microsoft Yahei"/>
              <a:cs typeface="Microsoft Yahei"/>
              <a:sym typeface="Microsoft Yahei"/>
            </a:endParaRPr>
          </a:p>
        </p:txBody>
      </p:sp>
      <p:sp>
        <p:nvSpPr>
          <p:cNvPr id="257" name="Google Shape;257;p57"/>
          <p:cNvSpPr txBox="1"/>
          <p:nvPr/>
        </p:nvSpPr>
        <p:spPr>
          <a:xfrm>
            <a:off x="-3693437" y="5042309"/>
            <a:ext cx="3304888" cy="261608"/>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除了调整价格范围外，不要动任何格式！！！</a:t>
            </a:r>
            <a:endParaRPr sz="1100" b="0" i="0" u="none" strike="noStrike" cap="none">
              <a:solidFill>
                <a:srgbClr val="FF0000"/>
              </a:solidFill>
              <a:latin typeface="Microsoft Yahei"/>
              <a:ea typeface="Microsoft Yahei"/>
              <a:cs typeface="Microsoft Yahei"/>
              <a:sym typeface="Microsoft Yahei"/>
            </a:endParaRPr>
          </a:p>
        </p:txBody>
      </p:sp>
      <p:cxnSp>
        <p:nvCxnSpPr>
          <p:cNvPr id="258" name="Google Shape;258;p57"/>
          <p:cNvCxnSpPr/>
          <p:nvPr/>
        </p:nvCxnSpPr>
        <p:spPr>
          <a:xfrm>
            <a:off x="-2251196" y="1918727"/>
            <a:ext cx="449012" cy="17927"/>
          </a:xfrm>
          <a:prstGeom prst="straightConnector1">
            <a:avLst/>
          </a:prstGeom>
          <a:noFill/>
          <a:ln w="12700" cap="flat" cmpd="sng">
            <a:solidFill>
              <a:schemeClr val="accent1"/>
            </a:solidFill>
            <a:prstDash val="solid"/>
            <a:miter lim="80"/>
            <a:headEnd type="none" w="sm" len="sm"/>
            <a:tailEnd type="triangle" w="med" len="med"/>
          </a:ln>
        </p:spPr>
      </p:cxnSp>
      <p:cxnSp>
        <p:nvCxnSpPr>
          <p:cNvPr id="259" name="Google Shape;259;p57"/>
          <p:cNvCxnSpPr/>
          <p:nvPr/>
        </p:nvCxnSpPr>
        <p:spPr>
          <a:xfrm rot="10800000">
            <a:off x="-934837" y="2221997"/>
            <a:ext cx="71631" cy="475725"/>
          </a:xfrm>
          <a:prstGeom prst="straightConnector1">
            <a:avLst/>
          </a:prstGeom>
          <a:noFill/>
          <a:ln w="12700" cap="flat" cmpd="sng">
            <a:solidFill>
              <a:schemeClr val="accent1"/>
            </a:solidFill>
            <a:prstDash val="solid"/>
            <a:miter lim="80"/>
            <a:headEnd type="none" w="sm" len="sm"/>
            <a:tailEnd type="triangle" w="med" len="med"/>
          </a:ln>
        </p:spPr>
      </p:cxnSp>
      <p:cxnSp>
        <p:nvCxnSpPr>
          <p:cNvPr id="260" name="Google Shape;260;p57"/>
          <p:cNvCxnSpPr>
            <a:endCxn id="248" idx="0"/>
          </p:cNvCxnSpPr>
          <p:nvPr/>
        </p:nvCxnSpPr>
        <p:spPr>
          <a:xfrm>
            <a:off x="-1410312" y="754462"/>
            <a:ext cx="84300" cy="136200"/>
          </a:xfrm>
          <a:prstGeom prst="straightConnector1">
            <a:avLst/>
          </a:prstGeom>
          <a:noFill/>
          <a:ln w="12700" cap="flat" cmpd="sng">
            <a:solidFill>
              <a:schemeClr val="accent1"/>
            </a:solidFill>
            <a:prstDash val="solid"/>
            <a:miter lim="80"/>
            <a:headEnd type="none" w="sm" len="sm"/>
            <a:tailEnd type="triangle" w="med" len="med"/>
          </a:ln>
        </p:spPr>
      </p:cxnSp>
      <p:sp>
        <p:nvSpPr>
          <p:cNvPr id="261" name="Google Shape;261;p57"/>
          <p:cNvSpPr txBox="1"/>
          <p:nvPr/>
        </p:nvSpPr>
        <p:spPr>
          <a:xfrm>
            <a:off x="-3693437" y="4381453"/>
            <a:ext cx="3304888" cy="430885"/>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产品图片能够说明特性，给出预期量产时间</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（不要写上市时间，销管会补充各个区域上市时间）</a:t>
            </a:r>
            <a:endParaRPr sz="1100" b="0" i="0" u="none" strike="noStrike" cap="none">
              <a:solidFill>
                <a:srgbClr val="FF0000"/>
              </a:solidFill>
              <a:latin typeface="Microsoft Yahei"/>
              <a:ea typeface="Microsoft Yahei"/>
              <a:cs typeface="Microsoft Yahei"/>
              <a:sym typeface="Microsoft Yahei"/>
            </a:endParaRPr>
          </a:p>
        </p:txBody>
      </p:sp>
      <p:sp>
        <p:nvSpPr>
          <p:cNvPr id="262" name="Google Shape;262;p57"/>
          <p:cNvSpPr txBox="1"/>
          <p:nvPr/>
        </p:nvSpPr>
        <p:spPr>
          <a:xfrm>
            <a:off x="7752548" y="-372769"/>
            <a:ext cx="4203231" cy="261608"/>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产品页标题必须和图标相对应，必须包含可以识别的产品型号/名称</a:t>
            </a:r>
            <a:endParaRPr sz="1100" b="0" i="0" u="none" strike="noStrike" cap="none">
              <a:solidFill>
                <a:srgbClr val="FF0000"/>
              </a:solidFill>
              <a:latin typeface="Microsoft Yahei"/>
              <a:ea typeface="Microsoft Yahei"/>
              <a:cs typeface="Microsoft Yahei"/>
              <a:sym typeface="Microsoft Yahei"/>
            </a:endParaRPr>
          </a:p>
        </p:txBody>
      </p:sp>
      <p:sp>
        <p:nvSpPr>
          <p:cNvPr id="263" name="Google Shape;263;p57"/>
          <p:cNvSpPr txBox="1"/>
          <p:nvPr/>
        </p:nvSpPr>
        <p:spPr>
          <a:xfrm>
            <a:off x="12384066" y="1536991"/>
            <a:ext cx="3997396" cy="600162"/>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第一部分 核心卖点，不超过4个，体现产品最大卖点/差异</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第二部分 特性，即次卖点&amp;特色</a:t>
            </a:r>
            <a:endParaRPr sz="1100" b="0" i="0" u="none" strike="noStrike" cap="none">
              <a:solidFill>
                <a:srgbClr val="FF0000"/>
              </a:solidFill>
              <a:latin typeface="Microsoft Yahei"/>
              <a:ea typeface="Microsoft Yahei"/>
              <a:cs typeface="Microsoft Yahei"/>
              <a:sym typeface="Microsoft Yahei"/>
            </a:endParaRPr>
          </a:p>
          <a:p>
            <a:pPr marL="0" marR="0" lvl="0" indent="0" algn="l" rtl="0">
              <a:lnSpc>
                <a:spcPct val="100000"/>
              </a:lnSpc>
              <a:spcBef>
                <a:spcPts val="0"/>
              </a:spcBef>
              <a:spcAft>
                <a:spcPts val="0"/>
              </a:spcAft>
              <a:buClr>
                <a:srgbClr val="FF0000"/>
              </a:buClr>
              <a:buSzPts val="1100"/>
              <a:buFont typeface="Microsoft Yahei"/>
              <a:buNone/>
            </a:pPr>
            <a:r>
              <a:rPr lang="en-US" sz="1100" b="0" i="0" u="none" strike="noStrike" cap="none">
                <a:solidFill>
                  <a:srgbClr val="FF0000"/>
                </a:solidFill>
                <a:latin typeface="Microsoft Yahei"/>
                <a:ea typeface="Microsoft Yahei"/>
                <a:cs typeface="Microsoft Yahei"/>
                <a:sym typeface="Microsoft Yahei"/>
              </a:rPr>
              <a:t>第三部分 参数，产品主参数 </a:t>
            </a:r>
            <a:endParaRPr sz="1100" b="0" i="0" u="none" strike="noStrike" cap="none">
              <a:solidFill>
                <a:srgbClr val="FF0000"/>
              </a:solidFill>
              <a:latin typeface="Microsoft Yahei"/>
              <a:ea typeface="Microsoft Yahei"/>
              <a:cs typeface="Microsoft Yahei"/>
              <a:sym typeface="Microsoft Yahei"/>
            </a:endParaRPr>
          </a:p>
        </p:txBody>
      </p:sp>
      <p:sp>
        <p:nvSpPr>
          <p:cNvPr id="264" name="Google Shape;264;p57"/>
          <p:cNvSpPr txBox="1"/>
          <p:nvPr/>
        </p:nvSpPr>
        <p:spPr>
          <a:xfrm>
            <a:off x="12384066" y="613880"/>
            <a:ext cx="3997396" cy="600162"/>
          </a:xfrm>
          <a:prstGeom prst="rect">
            <a:avLst/>
          </a:prstGeom>
          <a:noFill/>
          <a:ln>
            <a:noFill/>
          </a:ln>
        </p:spPr>
        <p:txBody>
          <a:bodyPr spcFirstLastPara="1" wrap="square" lIns="45700" tIns="45700" rIns="45700" bIns="45700" anchor="t" anchorCtr="0">
            <a:spAutoFit/>
          </a:bodyPr>
          <a:lstStyle/>
          <a:p>
            <a:pPr marL="171450" marR="0" lvl="0" indent="-171450" algn="l" rtl="0">
              <a:lnSpc>
                <a:spcPct val="100000"/>
              </a:lnSpc>
              <a:spcBef>
                <a:spcPts val="0"/>
              </a:spcBef>
              <a:spcAft>
                <a:spcPts val="0"/>
              </a:spcAft>
              <a:buClr>
                <a:srgbClr val="FF0000"/>
              </a:buClr>
              <a:buSzPts val="1100"/>
              <a:buFont typeface="Microsoft Yahei"/>
              <a:buChar char="-"/>
            </a:pPr>
            <a:r>
              <a:rPr lang="en-US" sz="1100" b="0" i="0" u="none" strike="noStrike" cap="none">
                <a:solidFill>
                  <a:srgbClr val="FF0000"/>
                </a:solidFill>
                <a:latin typeface="Microsoft Yahei"/>
                <a:ea typeface="Microsoft Yahei"/>
                <a:cs typeface="Microsoft Yahei"/>
                <a:sym typeface="Microsoft Yahei"/>
              </a:rPr>
              <a:t>主要竞对产品</a:t>
            </a:r>
            <a:endParaRPr sz="1100" b="0" i="0" u="none" strike="noStrike" cap="none">
              <a:solidFill>
                <a:srgbClr val="FF0000"/>
              </a:solidFill>
              <a:latin typeface="Microsoft Yahei"/>
              <a:ea typeface="Microsoft Yahei"/>
              <a:cs typeface="Microsoft Yahei"/>
              <a:sym typeface="Microsoft Yahei"/>
            </a:endParaRPr>
          </a:p>
          <a:p>
            <a:pPr marL="171450" marR="0" lvl="0" indent="-171450" algn="l" rtl="0">
              <a:lnSpc>
                <a:spcPct val="100000"/>
              </a:lnSpc>
              <a:spcBef>
                <a:spcPts val="0"/>
              </a:spcBef>
              <a:spcAft>
                <a:spcPts val="0"/>
              </a:spcAft>
              <a:buClr>
                <a:srgbClr val="FF0000"/>
              </a:buClr>
              <a:buSzPts val="1100"/>
              <a:buFont typeface="Microsoft Yahei"/>
              <a:buChar char="-"/>
            </a:pPr>
            <a:r>
              <a:rPr lang="en-US" sz="1100" b="0" i="0" u="none" strike="noStrike" cap="none">
                <a:solidFill>
                  <a:srgbClr val="FF0000"/>
                </a:solidFill>
                <a:latin typeface="Microsoft Yahei"/>
                <a:ea typeface="Microsoft Yahei"/>
                <a:cs typeface="Microsoft Yahei"/>
                <a:sym typeface="Microsoft Yahei"/>
              </a:rPr>
              <a:t>产品前后演进替代关系</a:t>
            </a:r>
            <a:endParaRPr sz="1100" b="0" i="0" u="none" strike="noStrike" cap="none">
              <a:solidFill>
                <a:srgbClr val="FF0000"/>
              </a:solidFill>
              <a:latin typeface="Microsoft Yahei"/>
              <a:ea typeface="Microsoft Yahei"/>
              <a:cs typeface="Microsoft Yahei"/>
              <a:sym typeface="Microsoft Yahei"/>
            </a:endParaRPr>
          </a:p>
          <a:p>
            <a:pPr marL="171450" marR="0" lvl="0" indent="-171450" algn="l" rtl="0">
              <a:lnSpc>
                <a:spcPct val="100000"/>
              </a:lnSpc>
              <a:spcBef>
                <a:spcPts val="0"/>
              </a:spcBef>
              <a:spcAft>
                <a:spcPts val="0"/>
              </a:spcAft>
              <a:buClr>
                <a:srgbClr val="FF0000"/>
              </a:buClr>
              <a:buSzPts val="1100"/>
              <a:buFont typeface="Microsoft Yahei"/>
              <a:buChar char="-"/>
            </a:pPr>
            <a:r>
              <a:rPr lang="en-US" sz="1100" b="0" i="0" u="none" strike="noStrike" cap="none">
                <a:solidFill>
                  <a:srgbClr val="FF0000"/>
                </a:solidFill>
                <a:latin typeface="Microsoft Yahei"/>
                <a:ea typeface="Microsoft Yahei"/>
                <a:cs typeface="Microsoft Yahei"/>
                <a:sym typeface="Microsoft Yahei"/>
              </a:rPr>
              <a:t>定义产品的其他原因背景（技术、合作、渠道等）</a:t>
            </a:r>
            <a:endParaRPr sz="1100" b="0" i="0" u="none" strike="noStrike" cap="none">
              <a:solidFill>
                <a:srgbClr val="FF0000"/>
              </a:solidFill>
              <a:latin typeface="Microsoft Yahei"/>
              <a:ea typeface="Microsoft Yahei"/>
              <a:cs typeface="Microsoft Yahei"/>
              <a:sym typeface="Microsoft Yahe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9"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20.xml"/><Relationship Id="rId7"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26.xml"/><Relationship Id="rId7" Type="http://schemas.openxmlformats.org/officeDocument/2006/relationships/theme" Target="../theme/theme4.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11" name="Google Shape;11;p25"/>
          <p:cNvSpPr txBox="1">
            <a:spLocks noGrp="1"/>
          </p:cNvSpPr>
          <p:nvPr>
            <p:ph type="ftr" idx="11"/>
          </p:nvPr>
        </p:nvSpPr>
        <p:spPr>
          <a:xfrm>
            <a:off x="39204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12" name="Google Shape;1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9">
            <a:alphaModFix/>
          </a:blip>
          <a:stretch>
            <a:fillRect/>
          </a:stretch>
        </a:blipFill>
        <a:effectLst/>
      </p:bgPr>
    </p:bg>
    <p:spTree>
      <p:nvGrpSpPr>
        <p:cNvPr id="1" name="Shape 92"/>
        <p:cNvGrpSpPr/>
        <p:nvPr/>
      </p:nvGrpSpPr>
      <p:grpSpPr>
        <a:xfrm>
          <a:off x="0" y="0"/>
          <a:ext cx="0" cy="0"/>
          <a:chOff x="0" y="0"/>
          <a:chExt cx="0" cy="0"/>
        </a:xfrm>
      </p:grpSpPr>
      <p:sp>
        <p:nvSpPr>
          <p:cNvPr id="93" name="Google Shape;93;p36"/>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94" name="Google Shape;94;p36"/>
          <p:cNvSpPr txBox="1">
            <a:spLocks noGrp="1"/>
          </p:cNvSpPr>
          <p:nvPr>
            <p:ph type="ftr" idx="11"/>
          </p:nvPr>
        </p:nvSpPr>
        <p:spPr>
          <a:xfrm>
            <a:off x="39204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95" name="Google Shape;95;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8">
            <a:alphaModFix/>
          </a:blip>
          <a:stretch>
            <a:fillRect/>
          </a:stretch>
        </a:blipFill>
        <a:effectLst/>
      </p:bgPr>
    </p:bg>
    <p:spTree>
      <p:nvGrpSpPr>
        <p:cNvPr id="1" name="Shape 141"/>
        <p:cNvGrpSpPr/>
        <p:nvPr/>
      </p:nvGrpSpPr>
      <p:grpSpPr>
        <a:xfrm>
          <a:off x="0" y="0"/>
          <a:ext cx="0" cy="0"/>
          <a:chOff x="0" y="0"/>
          <a:chExt cx="0" cy="0"/>
        </a:xfrm>
      </p:grpSpPr>
      <p:sp>
        <p:nvSpPr>
          <p:cNvPr id="142" name="Google Shape;142;p44"/>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143" name="Google Shape;143;p44"/>
          <p:cNvSpPr txBox="1">
            <a:spLocks noGrp="1"/>
          </p:cNvSpPr>
          <p:nvPr>
            <p:ph type="ftr" idx="11"/>
          </p:nvPr>
        </p:nvSpPr>
        <p:spPr>
          <a:xfrm>
            <a:off x="39204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144" name="Google Shape;144;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8">
            <a:alphaModFix/>
          </a:blip>
          <a:stretch>
            <a:fillRect/>
          </a:stretch>
        </a:blipFill>
        <a:effectLst/>
      </p:bgPr>
    </p:bg>
    <p:spTree>
      <p:nvGrpSpPr>
        <p:cNvPr id="1" name="Shape 203"/>
        <p:cNvGrpSpPr/>
        <p:nvPr/>
      </p:nvGrpSpPr>
      <p:grpSpPr>
        <a:xfrm>
          <a:off x="0" y="0"/>
          <a:ext cx="0" cy="0"/>
          <a:chOff x="0" y="0"/>
          <a:chExt cx="0" cy="0"/>
        </a:xfrm>
      </p:grpSpPr>
      <p:sp>
        <p:nvSpPr>
          <p:cNvPr id="204" name="Google Shape;204;p51"/>
          <p:cNvSpPr txBox="1">
            <a:spLocks noGrp="1"/>
          </p:cNvSpPr>
          <p:nvPr>
            <p:ph type="dt" idx="10"/>
          </p:nvPr>
        </p:nvSpPr>
        <p:spPr>
          <a:xfrm>
            <a:off x="6048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205" name="Google Shape;205;p51"/>
          <p:cNvSpPr txBox="1">
            <a:spLocks noGrp="1"/>
          </p:cNvSpPr>
          <p:nvPr>
            <p:ph type="ftr" idx="11"/>
          </p:nvPr>
        </p:nvSpPr>
        <p:spPr>
          <a:xfrm>
            <a:off x="39204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icrosoft Yahei"/>
                <a:ea typeface="Microsoft Yahei"/>
                <a:cs typeface="Microsoft Yahei"/>
                <a:sym typeface="Microsoft Yahe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206" name="Google Shape;206;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rive.google.com/drive/folders/1hF11N82oxaV28Kuaww-L7D0axoL5v7TY" TargetMode="External"/><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jp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7"/>
          <p:cNvSpPr txBox="1">
            <a:spLocks noGrp="1"/>
          </p:cNvSpPr>
          <p:nvPr>
            <p:ph type="ctrTitle"/>
          </p:nvPr>
        </p:nvSpPr>
        <p:spPr>
          <a:xfrm>
            <a:off x="1800225" y="2536825"/>
            <a:ext cx="9359265" cy="892175"/>
          </a:xfrm>
          <a:prstGeom prst="rect">
            <a:avLst/>
          </a:prstGeom>
          <a:noFill/>
          <a:ln>
            <a:noFill/>
          </a:ln>
        </p:spPr>
        <p:txBody>
          <a:bodyPr spcFirstLastPara="1" wrap="square" lIns="91425" tIns="90000" rIns="91425" bIns="90000" anchor="ctr" anchorCtr="0">
            <a:noAutofit/>
          </a:bodyPr>
          <a:lstStyle/>
          <a:p>
            <a:pPr marL="0" lvl="0" indent="0" algn="l" rtl="0">
              <a:lnSpc>
                <a:spcPct val="90000"/>
              </a:lnSpc>
              <a:spcBef>
                <a:spcPts val="0"/>
              </a:spcBef>
              <a:spcAft>
                <a:spcPts val="0"/>
              </a:spcAft>
              <a:buClr>
                <a:schemeClr val="dk1"/>
              </a:buClr>
              <a:buSzPts val="3600"/>
              <a:buFont typeface="Microsoft Yahei"/>
              <a:buNone/>
            </a:pPr>
            <a:r>
              <a:rPr lang="en-US" sz="3600" b="1"/>
              <a:t>FCT Assistant</a:t>
            </a:r>
            <a:endParaRPr sz="3600" b="1">
              <a:latin typeface="Microsoft Yahei"/>
              <a:ea typeface="Microsoft Yahei"/>
              <a:cs typeface="Microsoft Yahei"/>
              <a:sym typeface="Microsoft Yahe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8"/>
          <p:cNvSpPr txBox="1"/>
          <p:nvPr/>
        </p:nvSpPr>
        <p:spPr>
          <a:xfrm>
            <a:off x="231140" y="143510"/>
            <a:ext cx="9477375" cy="430206"/>
          </a:xfrm>
          <a:prstGeom prst="rect">
            <a:avLst/>
          </a:prstGeom>
          <a:noFill/>
          <a:ln>
            <a:noFill/>
          </a:ln>
        </p:spPr>
        <p:txBody>
          <a:bodyPr spcFirstLastPara="1" wrap="square" lIns="91425" tIns="45700" rIns="91425" bIns="45700" anchor="t" anchorCtr="0">
            <a:spAutoFit/>
          </a:bodyPr>
          <a:lstStyle/>
          <a:p>
            <a:pPr lvl="0">
              <a:lnSpc>
                <a:spcPct val="122222"/>
              </a:lnSpc>
            </a:pPr>
            <a:r>
              <a:rPr lang="fr-FR" sz="1800" b="1" dirty="0">
                <a:solidFill>
                  <a:schemeClr val="dk1"/>
                </a:solidFill>
                <a:latin typeface="+mj-lt"/>
                <a:ea typeface="Microsoft Yahei"/>
                <a:cs typeface="Microsoft Yahei"/>
                <a:sym typeface="Microsoft Yahei"/>
              </a:rPr>
              <a:t>1. Introduction à la fonction</a:t>
            </a:r>
            <a:endParaRPr sz="1800" b="1" i="0" u="none" strike="noStrike" cap="none" dirty="0">
              <a:solidFill>
                <a:schemeClr val="dk1"/>
              </a:solidFill>
              <a:latin typeface="+mj-lt"/>
              <a:ea typeface="Microsoft Yahei"/>
              <a:cs typeface="Microsoft Yahei"/>
              <a:sym typeface="Microsoft Yahei"/>
            </a:endParaRPr>
          </a:p>
        </p:txBody>
      </p:sp>
      <p:sp>
        <p:nvSpPr>
          <p:cNvPr id="333" name="Google Shape;333;p8"/>
          <p:cNvSpPr txBox="1"/>
          <p:nvPr/>
        </p:nvSpPr>
        <p:spPr>
          <a:xfrm>
            <a:off x="231140" y="609600"/>
            <a:ext cx="7493493" cy="307736"/>
          </a:xfrm>
          <a:prstGeom prst="rect">
            <a:avLst/>
          </a:prstGeom>
          <a:noFill/>
          <a:ln>
            <a:noFill/>
          </a:ln>
        </p:spPr>
        <p:txBody>
          <a:bodyPr spcFirstLastPara="1" wrap="square" lIns="91425" tIns="45700" rIns="91425" bIns="45700" anchor="t" anchorCtr="0">
            <a:spAutoFit/>
          </a:bodyPr>
          <a:lstStyle/>
          <a:p>
            <a:pPr lvl="0"/>
            <a:r>
              <a:rPr lang="en-US" dirty="0">
                <a:latin typeface="+mj-lt"/>
                <a:ea typeface="Microsoft Yahei"/>
                <a:cs typeface="Microsoft Yahei"/>
                <a:sym typeface="Microsoft Yahei"/>
              </a:rPr>
              <a:t>Lien </a:t>
            </a:r>
            <a:r>
              <a:rPr lang="en-US" dirty="0" err="1">
                <a:latin typeface="+mj-lt"/>
                <a:ea typeface="Microsoft Yahei"/>
                <a:cs typeface="Microsoft Yahei"/>
                <a:sym typeface="Microsoft Yahei"/>
              </a:rPr>
              <a:t>d’outil</a:t>
            </a:r>
            <a:r>
              <a:rPr lang="en-US" dirty="0">
                <a:latin typeface="+mj-lt"/>
                <a:ea typeface="Microsoft Yahei"/>
                <a:cs typeface="Microsoft Yahei"/>
                <a:sym typeface="Microsoft Yahei"/>
              </a:rPr>
              <a:t> </a:t>
            </a:r>
            <a:r>
              <a:rPr lang="en-US" dirty="0" err="1">
                <a:latin typeface="+mj-lt"/>
                <a:ea typeface="Microsoft Yahei"/>
                <a:cs typeface="Microsoft Yahei"/>
                <a:sym typeface="Microsoft Yahei"/>
              </a:rPr>
              <a:t>en</a:t>
            </a:r>
            <a:r>
              <a:rPr lang="en-US" dirty="0">
                <a:latin typeface="+mj-lt"/>
                <a:ea typeface="Microsoft Yahei"/>
                <a:cs typeface="Microsoft Yahei"/>
                <a:sym typeface="Microsoft Yahei"/>
              </a:rPr>
              <a:t> </a:t>
            </a:r>
            <a:r>
              <a:rPr lang="en-US" dirty="0" err="1">
                <a:latin typeface="+mj-lt"/>
                <a:ea typeface="Microsoft Yahei"/>
                <a:cs typeface="Microsoft Yahei"/>
                <a:sym typeface="Microsoft Yahei"/>
              </a:rPr>
              <a:t>ligne</a:t>
            </a:r>
            <a:r>
              <a:rPr lang="en-US" sz="1400" b="0" i="0" u="none" strike="noStrike" cap="none" dirty="0" err="1">
                <a:solidFill>
                  <a:srgbClr val="000000"/>
                </a:solidFill>
                <a:latin typeface="+mj-lt"/>
                <a:ea typeface="Microsoft Yahei"/>
                <a:cs typeface="Microsoft Yahei"/>
                <a:sym typeface="Microsoft Yahei"/>
              </a:rPr>
              <a:t>：</a:t>
            </a:r>
            <a:r>
              <a:rPr lang="en-US" sz="1400" b="0" i="0" u="none" strike="noStrike" cap="none" dirty="0" err="1">
                <a:solidFill>
                  <a:schemeClr val="accent1"/>
                </a:solidFill>
                <a:latin typeface="+mj-lt"/>
                <a:ea typeface="Microsoft Yahei"/>
                <a:cs typeface="Microsoft Yahei"/>
                <a:sym typeface="Microsoft Yahei"/>
              </a:rPr>
              <a:t>https</a:t>
            </a:r>
            <a:r>
              <a:rPr lang="en-US" sz="1400" b="0" i="0" u="none" strike="noStrike" cap="none" dirty="0">
                <a:solidFill>
                  <a:schemeClr val="accent1"/>
                </a:solidFill>
                <a:latin typeface="+mj-lt"/>
                <a:ea typeface="Microsoft Yahei"/>
                <a:cs typeface="Microsoft Yahei"/>
                <a:sym typeface="Microsoft Yahei"/>
              </a:rPr>
              <a:t>://diag-eu.dreame.tech/#/</a:t>
            </a:r>
            <a:endParaRPr sz="1400" b="0" i="0" u="none" strike="noStrike" cap="none" dirty="0">
              <a:solidFill>
                <a:schemeClr val="accent1"/>
              </a:solidFill>
              <a:latin typeface="+mj-lt"/>
              <a:ea typeface="Microsoft Yahei"/>
              <a:cs typeface="Microsoft Yahei"/>
              <a:sym typeface="Microsoft Yahei"/>
            </a:endParaRPr>
          </a:p>
        </p:txBody>
      </p:sp>
      <p:sp>
        <p:nvSpPr>
          <p:cNvPr id="334" name="Google Shape;334;p8"/>
          <p:cNvSpPr txBox="1"/>
          <p:nvPr/>
        </p:nvSpPr>
        <p:spPr>
          <a:xfrm>
            <a:off x="231140" y="974121"/>
            <a:ext cx="11837877" cy="737235"/>
          </a:xfrm>
          <a:prstGeom prst="rect">
            <a:avLst/>
          </a:prstGeom>
          <a:noFill/>
          <a:ln>
            <a:noFill/>
          </a:ln>
        </p:spPr>
        <p:txBody>
          <a:bodyPr spcFirstLastPara="1" wrap="square" lIns="91425" tIns="45700" rIns="91425" bIns="45700" anchor="t" anchorCtr="0">
            <a:spAutoFit/>
          </a:bodyPr>
          <a:lstStyle/>
          <a:p>
            <a:pPr lvl="0">
              <a:lnSpc>
                <a:spcPct val="150000"/>
              </a:lnSpc>
            </a:pPr>
            <a:r>
              <a:rPr lang="fr-FR" b="1" dirty="0">
                <a:latin typeface="+mj-lt"/>
                <a:ea typeface="Microsoft Yahei"/>
                <a:cs typeface="Microsoft Yahei"/>
                <a:sym typeface="Microsoft Yahei"/>
              </a:rPr>
              <a:t>Outil série FCT : </a:t>
            </a:r>
            <a:r>
              <a:rPr lang="fr-FR" dirty="0">
                <a:latin typeface="+mj-lt"/>
                <a:ea typeface="Microsoft Yahei"/>
                <a:cs typeface="Microsoft Yahei"/>
                <a:sym typeface="Microsoft Yahei"/>
              </a:rPr>
              <a:t>Pour tester toutes les fonctions du robot. Plus pratique et intuitif que les outils de port série. 
(Le test de fonctionnement de la station est en développement, pour l’instant continuez à utiliser les outils de port série.)</a:t>
            </a:r>
            <a:endParaRPr sz="1400" i="0" u="none" strike="noStrike" cap="none" dirty="0">
              <a:solidFill>
                <a:srgbClr val="000000"/>
              </a:solidFill>
              <a:latin typeface="+mj-lt"/>
              <a:ea typeface="Microsoft Yahei"/>
              <a:cs typeface="Microsoft Yahei"/>
              <a:sym typeface="Microsoft Yahei"/>
            </a:endParaRPr>
          </a:p>
        </p:txBody>
      </p:sp>
      <p:pic>
        <p:nvPicPr>
          <p:cNvPr id="335" name="Google Shape;335;p8"/>
          <p:cNvPicPr preferRelativeResize="0"/>
          <p:nvPr/>
        </p:nvPicPr>
        <p:blipFill rotWithShape="1">
          <a:blip r:embed="rId3">
            <a:alphaModFix/>
          </a:blip>
          <a:srcRect/>
          <a:stretch/>
        </p:blipFill>
        <p:spPr>
          <a:xfrm>
            <a:off x="231140" y="1703455"/>
            <a:ext cx="11056844" cy="50043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9"/>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dirty="0">
                <a:solidFill>
                  <a:schemeClr val="dk1"/>
                </a:solidFill>
                <a:latin typeface="+mj-lt"/>
                <a:ea typeface="Microsoft Yahei"/>
                <a:cs typeface="Microsoft Yahei"/>
                <a:sym typeface="Microsoft Yahei"/>
              </a:rPr>
              <a:t>2. Comment </a:t>
            </a:r>
            <a:r>
              <a:rPr lang="en-US" sz="1800" b="1" dirty="0" err="1">
                <a:solidFill>
                  <a:schemeClr val="dk1"/>
                </a:solidFill>
                <a:latin typeface="+mj-lt"/>
                <a:ea typeface="Microsoft Yahei"/>
                <a:cs typeface="Microsoft Yahei"/>
                <a:sym typeface="Microsoft Yahei"/>
              </a:rPr>
              <a:t>utiliser</a:t>
            </a:r>
            <a:endParaRPr sz="1800" b="1" i="0" u="none" strike="noStrike" cap="none" dirty="0">
              <a:solidFill>
                <a:schemeClr val="dk1"/>
              </a:solidFill>
              <a:latin typeface="+mj-lt"/>
              <a:ea typeface="Microsoft Yahei"/>
              <a:cs typeface="Microsoft Yahei"/>
              <a:sym typeface="Microsoft Yahei"/>
            </a:endParaRPr>
          </a:p>
        </p:txBody>
      </p:sp>
      <p:sp>
        <p:nvSpPr>
          <p:cNvPr id="343" name="Google Shape;343;p9"/>
          <p:cNvSpPr txBox="1"/>
          <p:nvPr/>
        </p:nvSpPr>
        <p:spPr>
          <a:xfrm>
            <a:off x="176990" y="641333"/>
            <a:ext cx="8286366" cy="1061789"/>
          </a:xfrm>
          <a:prstGeom prst="rect">
            <a:avLst/>
          </a:prstGeom>
          <a:noFill/>
          <a:ln>
            <a:noFill/>
          </a:ln>
        </p:spPr>
        <p:txBody>
          <a:bodyPr spcFirstLastPara="1" wrap="square" lIns="91425" tIns="45700" rIns="91425" bIns="45700" anchor="t" anchorCtr="0">
            <a:spAutoFit/>
          </a:bodyPr>
          <a:lstStyle/>
          <a:p>
            <a:pPr lvl="0">
              <a:lnSpc>
                <a:spcPct val="150000"/>
              </a:lnSpc>
            </a:pPr>
            <a:r>
              <a:rPr lang="fr-FR" dirty="0">
                <a:latin typeface="+mj-lt"/>
                <a:ea typeface="Microsoft Yahei"/>
                <a:cs typeface="Microsoft Yahei"/>
                <a:sym typeface="Microsoft Yahei"/>
              </a:rPr>
              <a:t>1) Utiliser l’outil port série pour connecter l’appareil et ouvrir l’assistant FCT en ligne. Le disque est nécessaire pour être installé dans l’ordinateur en premier, comme le montre la bonne image.</a:t>
            </a:r>
            <a:endParaRPr dirty="0">
              <a:latin typeface="+mj-lt"/>
              <a:ea typeface="Microsoft Yahei"/>
              <a:cs typeface="Microsoft Yahei"/>
              <a:sym typeface="Microsoft Yahei"/>
            </a:endParaRPr>
          </a:p>
          <a:p>
            <a:pPr lvl="0">
              <a:lnSpc>
                <a:spcPct val="150000"/>
              </a:lnSpc>
            </a:pPr>
            <a:r>
              <a:rPr lang="en-US" dirty="0">
                <a:latin typeface="+mj-lt"/>
                <a:ea typeface="Microsoft Yahei"/>
                <a:cs typeface="Microsoft Yahei"/>
                <a:sym typeface="Microsoft Yahei"/>
              </a:rPr>
              <a:t>Le lien descendant : </a:t>
            </a:r>
            <a:r>
              <a:rPr lang="en-US" dirty="0">
                <a:latin typeface="+mj-lt"/>
                <a:hlinkClick r:id="rId3"/>
              </a:rPr>
              <a:t>https://drive.google.com/drive/folders/1hF11N82oxaV28Kuaww-L7D0axoL5v7TY</a:t>
            </a:r>
            <a:r>
              <a:rPr lang="en-US" dirty="0">
                <a:latin typeface="+mj-lt"/>
              </a:rPr>
              <a:t> </a:t>
            </a:r>
            <a:endParaRPr sz="1700" b="0" i="0" u="none" strike="noStrike" cap="none" dirty="0">
              <a:solidFill>
                <a:srgbClr val="000000"/>
              </a:solidFill>
              <a:latin typeface="+mj-lt"/>
              <a:ea typeface="Microsoft Yahei"/>
              <a:cs typeface="Microsoft Yahei"/>
              <a:sym typeface="Microsoft Yahei"/>
            </a:endParaRPr>
          </a:p>
        </p:txBody>
      </p:sp>
      <p:pic>
        <p:nvPicPr>
          <p:cNvPr id="344" name="Google Shape;344;p9"/>
          <p:cNvPicPr preferRelativeResize="0"/>
          <p:nvPr/>
        </p:nvPicPr>
        <p:blipFill rotWithShape="1">
          <a:blip r:embed="rId4">
            <a:alphaModFix/>
          </a:blip>
          <a:srcRect/>
          <a:stretch/>
        </p:blipFill>
        <p:spPr>
          <a:xfrm>
            <a:off x="176990" y="2039337"/>
            <a:ext cx="3098214" cy="4529866"/>
          </a:xfrm>
          <a:prstGeom prst="rect">
            <a:avLst/>
          </a:prstGeom>
          <a:noFill/>
          <a:ln>
            <a:noFill/>
          </a:ln>
        </p:spPr>
      </p:pic>
      <p:pic>
        <p:nvPicPr>
          <p:cNvPr id="345" name="Google Shape;345;p9"/>
          <p:cNvPicPr preferRelativeResize="0"/>
          <p:nvPr/>
        </p:nvPicPr>
        <p:blipFill rotWithShape="1">
          <a:blip r:embed="rId5">
            <a:alphaModFix/>
          </a:blip>
          <a:srcRect/>
          <a:stretch/>
        </p:blipFill>
        <p:spPr>
          <a:xfrm>
            <a:off x="3416127" y="2039337"/>
            <a:ext cx="2984623" cy="4529866"/>
          </a:xfrm>
          <a:prstGeom prst="rect">
            <a:avLst/>
          </a:prstGeom>
          <a:noFill/>
          <a:ln>
            <a:noFill/>
          </a:ln>
        </p:spPr>
      </p:pic>
      <p:pic>
        <p:nvPicPr>
          <p:cNvPr id="346" name="Google Shape;346;p9"/>
          <p:cNvPicPr preferRelativeResize="0"/>
          <p:nvPr/>
        </p:nvPicPr>
        <p:blipFill rotWithShape="1">
          <a:blip r:embed="rId6">
            <a:alphaModFix/>
          </a:blip>
          <a:srcRect r="48750"/>
          <a:stretch/>
        </p:blipFill>
        <p:spPr>
          <a:xfrm>
            <a:off x="6541681" y="2039335"/>
            <a:ext cx="5129333" cy="4529867"/>
          </a:xfrm>
          <a:prstGeom prst="rect">
            <a:avLst/>
          </a:prstGeom>
          <a:noFill/>
          <a:ln>
            <a:noFill/>
          </a:ln>
        </p:spPr>
      </p:pic>
      <p:pic>
        <p:nvPicPr>
          <p:cNvPr id="347" name="Google Shape;347;p9"/>
          <p:cNvPicPr preferRelativeResize="0"/>
          <p:nvPr/>
        </p:nvPicPr>
        <p:blipFill>
          <a:blip r:embed="rId7">
            <a:alphaModFix/>
          </a:blip>
          <a:stretch>
            <a:fillRect/>
          </a:stretch>
        </p:blipFill>
        <p:spPr>
          <a:xfrm>
            <a:off x="8582290" y="216449"/>
            <a:ext cx="2984625" cy="172156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10"/>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dirty="0">
                <a:solidFill>
                  <a:schemeClr val="dk1"/>
                </a:solidFill>
                <a:latin typeface="Microsoft Yahei"/>
                <a:ea typeface="Microsoft Yahei"/>
                <a:cs typeface="Microsoft Yahei"/>
                <a:sym typeface="Microsoft Yahei"/>
              </a:rPr>
              <a:t>2. 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355" name="Google Shape;355;p10"/>
          <p:cNvSpPr txBox="1"/>
          <p:nvPr/>
        </p:nvSpPr>
        <p:spPr>
          <a:xfrm>
            <a:off x="231141" y="512315"/>
            <a:ext cx="11636394" cy="737235"/>
          </a:xfrm>
          <a:prstGeom prst="rect">
            <a:avLst/>
          </a:prstGeom>
          <a:noFill/>
          <a:ln>
            <a:noFill/>
          </a:ln>
        </p:spPr>
        <p:txBody>
          <a:bodyPr spcFirstLastPara="1" wrap="square" lIns="91425" tIns="45700" rIns="91425" bIns="45700" anchor="t" anchorCtr="0">
            <a:spAutoFit/>
          </a:bodyPr>
          <a:lstStyle/>
          <a:p>
            <a:pPr lvl="0">
              <a:lnSpc>
                <a:spcPct val="150000"/>
              </a:lnSpc>
            </a:pPr>
            <a:r>
              <a:rPr lang="fr-FR" dirty="0">
                <a:latin typeface="+mj-lt"/>
                <a:ea typeface="Microsoft Yahei"/>
                <a:cs typeface="Microsoft Yahei"/>
                <a:sym typeface="Microsoft Yahei"/>
              </a:rPr>
              <a:t>2) Connecter l’appareil et votre ordinateur via un outil de port série.  
     Sélectionnez le débit en bauds à 115200 pps</a:t>
            </a:r>
            <a:endParaRPr sz="1400" b="0" i="0" u="none" strike="noStrike" cap="none" dirty="0">
              <a:solidFill>
                <a:srgbClr val="000000"/>
              </a:solidFill>
              <a:latin typeface="+mj-lt"/>
              <a:ea typeface="Microsoft Yahei"/>
              <a:cs typeface="Microsoft Yahei"/>
              <a:sym typeface="Microsoft Yahei"/>
            </a:endParaRPr>
          </a:p>
        </p:txBody>
      </p:sp>
      <p:pic>
        <p:nvPicPr>
          <p:cNvPr id="356" name="Google Shape;356;p10"/>
          <p:cNvPicPr preferRelativeResize="0"/>
          <p:nvPr/>
        </p:nvPicPr>
        <p:blipFill rotWithShape="1">
          <a:blip r:embed="rId3">
            <a:alphaModFix/>
          </a:blip>
          <a:srcRect/>
          <a:stretch/>
        </p:blipFill>
        <p:spPr>
          <a:xfrm>
            <a:off x="231140" y="1436000"/>
            <a:ext cx="11465622" cy="5278490"/>
          </a:xfrm>
          <a:prstGeom prst="rect">
            <a:avLst/>
          </a:prstGeom>
          <a:noFill/>
          <a:ln>
            <a:noFill/>
          </a:ln>
        </p:spPr>
      </p:pic>
      <p:pic>
        <p:nvPicPr>
          <p:cNvPr id="357" name="Google Shape;357;p10"/>
          <p:cNvPicPr preferRelativeResize="0"/>
          <p:nvPr/>
        </p:nvPicPr>
        <p:blipFill rotWithShape="1">
          <a:blip r:embed="rId4">
            <a:alphaModFix/>
          </a:blip>
          <a:srcRect/>
          <a:stretch/>
        </p:blipFill>
        <p:spPr>
          <a:xfrm>
            <a:off x="8946906" y="664817"/>
            <a:ext cx="1847850" cy="571500"/>
          </a:xfrm>
          <a:prstGeom prst="rect">
            <a:avLst/>
          </a:prstGeom>
          <a:noFill/>
          <a:ln>
            <a:noFill/>
          </a:ln>
        </p:spPr>
      </p:pic>
      <p:sp>
        <p:nvSpPr>
          <p:cNvPr id="358" name="Google Shape;358;p10"/>
          <p:cNvSpPr txBox="1"/>
          <p:nvPr/>
        </p:nvSpPr>
        <p:spPr>
          <a:xfrm>
            <a:off x="8675219" y="344448"/>
            <a:ext cx="206659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Connected successfully</a:t>
            </a:r>
            <a:endParaRPr sz="1400" b="0" i="0" u="none" strike="noStrike" cap="none">
              <a:solidFill>
                <a:srgbClr val="000000"/>
              </a:solidFill>
              <a:latin typeface="Arial"/>
              <a:ea typeface="Arial"/>
              <a:cs typeface="Arial"/>
              <a:sym typeface="Arial"/>
            </a:endParaRPr>
          </a:p>
        </p:txBody>
      </p:sp>
      <p:cxnSp>
        <p:nvCxnSpPr>
          <p:cNvPr id="359" name="Google Shape;359;p10"/>
          <p:cNvCxnSpPr/>
          <p:nvPr/>
        </p:nvCxnSpPr>
        <p:spPr>
          <a:xfrm rot="10800000">
            <a:off x="10925596" y="1076187"/>
            <a:ext cx="363727" cy="271967"/>
          </a:xfrm>
          <a:prstGeom prst="straightConnector1">
            <a:avLst/>
          </a:prstGeom>
          <a:noFill/>
          <a:ln w="57150" cap="flat" cmpd="sng">
            <a:solidFill>
              <a:srgbClr val="EE0000"/>
            </a:solidFill>
            <a:prstDash val="solid"/>
            <a:round/>
            <a:headEnd type="none" w="sm" len="sm"/>
            <a:tailEnd type="triangle" w="med" len="med"/>
          </a:ln>
        </p:spPr>
      </p:cxnSp>
      <p:sp>
        <p:nvSpPr>
          <p:cNvPr id="2" name="Rectangle 1">
            <a:extLst>
              <a:ext uri="{FF2B5EF4-FFF2-40B4-BE49-F238E27FC236}">
                <a16:creationId xmlns:a16="http://schemas.microsoft.com/office/drawing/2014/main" id="{E78D984A-D9EC-36D1-5032-DD52880E99E7}"/>
              </a:ext>
            </a:extLst>
          </p:cNvPr>
          <p:cNvSpPr/>
          <p:nvPr/>
        </p:nvSpPr>
        <p:spPr>
          <a:xfrm>
            <a:off x="8181474" y="1601919"/>
            <a:ext cx="907524" cy="27500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95A8AA0D-ACD6-ACD2-2D90-4FA07179D0C8}"/>
              </a:ext>
            </a:extLst>
          </p:cNvPr>
          <p:cNvSpPr txBox="1"/>
          <p:nvPr/>
        </p:nvSpPr>
        <p:spPr>
          <a:xfrm>
            <a:off x="5623904" y="4008235"/>
            <a:ext cx="3849131" cy="738664"/>
          </a:xfrm>
          <a:prstGeom prst="rect">
            <a:avLst/>
          </a:prstGeom>
          <a:solidFill>
            <a:schemeClr val="bg1"/>
          </a:solidFill>
        </p:spPr>
        <p:txBody>
          <a:bodyPr wrap="none" rtlCol="0">
            <a:spAutoFit/>
          </a:bodyPr>
          <a:lstStyle/>
          <a:p>
            <a:pPr marL="342900" indent="-342900">
              <a:buAutoNum type="arabicPeriod"/>
            </a:pPr>
            <a:r>
              <a:rPr lang="fr-FR" dirty="0"/>
              <a:t>Cliquez sur « </a:t>
            </a:r>
            <a:r>
              <a:rPr lang="fr-FR" dirty="0" err="1"/>
              <a:t>Connect</a:t>
            </a:r>
            <a:r>
              <a:rPr lang="fr-FR" dirty="0"/>
              <a:t> Serial »</a:t>
            </a:r>
          </a:p>
          <a:p>
            <a:pPr marL="342900" indent="-342900">
              <a:buAutoNum type="arabicPeriod"/>
            </a:pPr>
            <a:r>
              <a:rPr lang="fr-FR" dirty="0"/>
              <a:t>Cliquez sur « USB Single Serial (com XX)</a:t>
            </a:r>
          </a:p>
          <a:p>
            <a:pPr marL="342900" indent="-342900">
              <a:buAutoNum type="arabicPeriod"/>
            </a:pPr>
            <a:r>
              <a:rPr lang="fr-FR" dirty="0"/>
              <a:t>Cliquez sur « ok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11"/>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i="0" u="none" strike="noStrike" cap="none" dirty="0">
                <a:solidFill>
                  <a:schemeClr val="dk1"/>
                </a:solidFill>
                <a:latin typeface="Microsoft Yahei"/>
                <a:ea typeface="Microsoft Yahei"/>
                <a:cs typeface="Microsoft Yahei"/>
                <a:sym typeface="Microsoft Yahei"/>
              </a:rPr>
              <a:t>2. </a:t>
            </a:r>
            <a:r>
              <a:rPr lang="en-US" sz="1800" b="1" dirty="0">
                <a:solidFill>
                  <a:schemeClr val="dk1"/>
                </a:solidFill>
                <a:latin typeface="Microsoft Yahei"/>
                <a:ea typeface="Microsoft Yahei"/>
                <a:cs typeface="Microsoft Yahei"/>
                <a:sym typeface="Microsoft Yahei"/>
              </a:rPr>
              <a:t>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367" name="Google Shape;367;p11"/>
          <p:cNvSpPr txBox="1"/>
          <p:nvPr/>
        </p:nvSpPr>
        <p:spPr>
          <a:xfrm>
            <a:off x="231140" y="690001"/>
            <a:ext cx="6626860" cy="737235"/>
          </a:xfrm>
          <a:prstGeom prst="rect">
            <a:avLst/>
          </a:prstGeom>
          <a:noFill/>
          <a:ln>
            <a:noFill/>
          </a:ln>
        </p:spPr>
        <p:txBody>
          <a:bodyPr spcFirstLastPara="1" wrap="square" lIns="91425" tIns="45700" rIns="91425" bIns="45700" anchor="t" anchorCtr="0">
            <a:spAutoFit/>
          </a:bodyPr>
          <a:lstStyle/>
          <a:p>
            <a:pPr lvl="0">
              <a:lnSpc>
                <a:spcPct val="150000"/>
              </a:lnSpc>
            </a:pPr>
            <a:r>
              <a:rPr lang="fr-FR">
                <a:latin typeface="+mj-lt"/>
                <a:ea typeface="Microsoft Yahei"/>
                <a:cs typeface="Microsoft Yahei"/>
                <a:sym typeface="Microsoft Yahei"/>
              </a:rPr>
              <a:t>2) Cliquez sur FCT pour entrer en mode test. Après avoir terminé le test, n’oubliez pas de quitter le mode test ou de réinitialiser le robot.</a:t>
            </a:r>
            <a:endParaRPr sz="1400" b="0" i="0" u="none" strike="noStrike" cap="none" dirty="0">
              <a:solidFill>
                <a:srgbClr val="000000"/>
              </a:solidFill>
              <a:latin typeface="+mj-lt"/>
              <a:ea typeface="Microsoft Yahei"/>
              <a:cs typeface="Microsoft Yahei"/>
              <a:sym typeface="Microsoft Yahei"/>
            </a:endParaRPr>
          </a:p>
        </p:txBody>
      </p:sp>
      <p:pic>
        <p:nvPicPr>
          <p:cNvPr id="368" name="Google Shape;368;p11"/>
          <p:cNvPicPr preferRelativeResize="0"/>
          <p:nvPr/>
        </p:nvPicPr>
        <p:blipFill rotWithShape="1">
          <a:blip r:embed="rId3">
            <a:alphaModFix/>
          </a:blip>
          <a:srcRect/>
          <a:stretch/>
        </p:blipFill>
        <p:spPr>
          <a:xfrm>
            <a:off x="231140" y="1537432"/>
            <a:ext cx="11166340" cy="5053932"/>
          </a:xfrm>
          <a:prstGeom prst="rect">
            <a:avLst/>
          </a:prstGeom>
          <a:noFill/>
          <a:ln>
            <a:noFill/>
          </a:ln>
        </p:spPr>
      </p:pic>
      <p:pic>
        <p:nvPicPr>
          <p:cNvPr id="369" name="Google Shape;369;p11"/>
          <p:cNvPicPr preferRelativeResize="0"/>
          <p:nvPr/>
        </p:nvPicPr>
        <p:blipFill rotWithShape="1">
          <a:blip r:embed="rId4">
            <a:alphaModFix/>
          </a:blip>
          <a:srcRect/>
          <a:stretch/>
        </p:blipFill>
        <p:spPr>
          <a:xfrm>
            <a:off x="7128730" y="736596"/>
            <a:ext cx="1076325" cy="600075"/>
          </a:xfrm>
          <a:prstGeom prst="rect">
            <a:avLst/>
          </a:prstGeom>
          <a:noFill/>
          <a:ln>
            <a:noFill/>
          </a:ln>
        </p:spPr>
      </p:pic>
      <p:sp>
        <p:nvSpPr>
          <p:cNvPr id="370" name="Google Shape;370;p11"/>
          <p:cNvSpPr txBox="1"/>
          <p:nvPr/>
        </p:nvSpPr>
        <p:spPr>
          <a:xfrm>
            <a:off x="6732022" y="239216"/>
            <a:ext cx="1869740" cy="523180"/>
          </a:xfrm>
          <a:prstGeom prst="rect">
            <a:avLst/>
          </a:prstGeom>
          <a:noFill/>
          <a:ln>
            <a:noFill/>
          </a:ln>
        </p:spPr>
        <p:txBody>
          <a:bodyPr spcFirstLastPara="1" wrap="square" lIns="91425" tIns="45700" rIns="91425" bIns="45700" anchor="t" anchorCtr="0">
            <a:spAutoFit/>
          </a:bodyPr>
          <a:lstStyle/>
          <a:p>
            <a:pPr lvl="0" algn="ctr"/>
            <a:r>
              <a:rPr lang="fr-FR">
                <a:latin typeface="+mj-lt"/>
              </a:rPr>
              <a:t>Entrée en mode test avec succès</a:t>
            </a:r>
            <a:endParaRPr sz="1400" b="0" i="0" u="none" strike="noStrike" cap="none" dirty="0">
              <a:solidFill>
                <a:srgbClr val="000000"/>
              </a:solidFill>
              <a:latin typeface="+mj-lt"/>
              <a:ea typeface="Arial"/>
              <a:cs typeface="Arial"/>
              <a:sym typeface="Arial"/>
            </a:endParaRPr>
          </a:p>
        </p:txBody>
      </p:sp>
      <p:pic>
        <p:nvPicPr>
          <p:cNvPr id="371" name="Google Shape;371;p11"/>
          <p:cNvPicPr preferRelativeResize="0"/>
          <p:nvPr/>
        </p:nvPicPr>
        <p:blipFill rotWithShape="1">
          <a:blip r:embed="rId5">
            <a:alphaModFix/>
          </a:blip>
          <a:srcRect/>
          <a:stretch/>
        </p:blipFill>
        <p:spPr>
          <a:xfrm>
            <a:off x="9209942" y="736596"/>
            <a:ext cx="1181100" cy="609600"/>
          </a:xfrm>
          <a:prstGeom prst="rect">
            <a:avLst/>
          </a:prstGeom>
          <a:noFill/>
          <a:ln>
            <a:noFill/>
          </a:ln>
        </p:spPr>
      </p:pic>
      <p:sp>
        <p:nvSpPr>
          <p:cNvPr id="372" name="Google Shape;372;p11"/>
          <p:cNvSpPr txBox="1"/>
          <p:nvPr/>
        </p:nvSpPr>
        <p:spPr>
          <a:xfrm>
            <a:off x="9163132" y="248950"/>
            <a:ext cx="1274720" cy="523180"/>
          </a:xfrm>
          <a:prstGeom prst="rect">
            <a:avLst/>
          </a:prstGeom>
          <a:noFill/>
          <a:ln>
            <a:noFill/>
          </a:ln>
        </p:spPr>
        <p:txBody>
          <a:bodyPr spcFirstLastPara="1" wrap="square" lIns="91425" tIns="45700" rIns="91425" bIns="45700" anchor="t" anchorCtr="0">
            <a:spAutoFit/>
          </a:bodyPr>
          <a:lstStyle/>
          <a:p>
            <a:pPr lvl="0" algn="ctr"/>
            <a:r>
              <a:rPr lang="fr-FR" dirty="0">
                <a:latin typeface="+mj-lt"/>
              </a:rPr>
              <a:t>Mode test de sortie réussi</a:t>
            </a:r>
            <a:endParaRPr sz="1400" b="0" i="0" u="none" strike="noStrike" cap="none" dirty="0">
              <a:solidFill>
                <a:srgbClr val="000000"/>
              </a:solidFill>
              <a:latin typeface="+mj-lt"/>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12"/>
          <p:cNvSpPr txBox="1">
            <a:spLocks noGrp="1"/>
          </p:cNvSpPr>
          <p:nvPr>
            <p:ph type="sldNum" idx="12"/>
          </p:nvPr>
        </p:nvSpPr>
        <p:spPr>
          <a:xfrm>
            <a:off x="342900" y="617029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00"/>
              <a:buNone/>
            </a:pPr>
            <a:r>
              <a:rPr lang="en-US"/>
              <a:t>Page.</a:t>
            </a:r>
            <a:fld id="{00000000-1234-1234-1234-123412341234}" type="slidenum">
              <a:rPr lang="en-US"/>
              <a:t>6</a:t>
            </a:fld>
            <a:endParaRPr/>
          </a:p>
        </p:txBody>
      </p:sp>
      <p:sp>
        <p:nvSpPr>
          <p:cNvPr id="378" name="Google Shape;378;p12"/>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i="0" u="none" strike="noStrike" cap="none" dirty="0">
                <a:solidFill>
                  <a:schemeClr val="dk1"/>
                </a:solidFill>
                <a:latin typeface="Microsoft Yahei"/>
                <a:ea typeface="Microsoft Yahei"/>
                <a:cs typeface="Microsoft Yahei"/>
                <a:sym typeface="Microsoft Yahei"/>
              </a:rPr>
              <a:t>2. </a:t>
            </a:r>
            <a:r>
              <a:rPr lang="en-US" sz="1800" b="1" dirty="0">
                <a:solidFill>
                  <a:schemeClr val="dk1"/>
                </a:solidFill>
                <a:latin typeface="Microsoft Yahei"/>
                <a:ea typeface="Microsoft Yahei"/>
                <a:cs typeface="Microsoft Yahei"/>
                <a:sym typeface="Microsoft Yahei"/>
              </a:rPr>
              <a:t>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379" name="Google Shape;379;p12"/>
          <p:cNvSpPr txBox="1"/>
          <p:nvPr/>
        </p:nvSpPr>
        <p:spPr>
          <a:xfrm>
            <a:off x="297180" y="572135"/>
            <a:ext cx="11894820" cy="1061789"/>
          </a:xfrm>
          <a:prstGeom prst="rect">
            <a:avLst/>
          </a:prstGeom>
          <a:noFill/>
          <a:ln>
            <a:noFill/>
          </a:ln>
        </p:spPr>
        <p:txBody>
          <a:bodyPr spcFirstLastPara="1" wrap="square" lIns="91425" tIns="45700" rIns="91425" bIns="45700" anchor="t" anchorCtr="0">
            <a:spAutoFit/>
          </a:bodyPr>
          <a:lstStyle/>
          <a:p>
            <a:pPr marL="342900" lvl="0" indent="-342900">
              <a:lnSpc>
                <a:spcPct val="150000"/>
              </a:lnSpc>
              <a:buSzPts val="1400"/>
              <a:buFont typeface="+mj-lt"/>
              <a:buAutoNum type="arabicPeriod"/>
            </a:pPr>
            <a:r>
              <a:rPr lang="fr-FR" dirty="0">
                <a:latin typeface="+mj-lt"/>
                <a:ea typeface="Microsoft Yahei"/>
                <a:cs typeface="Microsoft Yahei"/>
                <a:sym typeface="Microsoft Yahei"/>
              </a:rPr>
              <a:t>Cliquez sur « Auto Test » pour entrer en mode test automatique. Dans ce mode, l’appareil testera la carte mère, le moteur de la brosse latérale, le moteur du ventilateur, le moteur à balais à rouleaux et d’autres fonctions en séquence. Voir la figure ci-dessous pour plus de détails. 
Cliquez sur Diagnostic automatique du test pour lancer le test.</a:t>
            </a:r>
            <a:endParaRPr sz="1400" b="0" i="0" u="none" strike="noStrike" cap="none" dirty="0">
              <a:solidFill>
                <a:srgbClr val="000000"/>
              </a:solidFill>
              <a:latin typeface="+mj-lt"/>
              <a:ea typeface="Microsoft Yahei"/>
              <a:cs typeface="Microsoft Yahei"/>
              <a:sym typeface="Microsoft Yahei"/>
            </a:endParaRPr>
          </a:p>
        </p:txBody>
      </p:sp>
      <p:pic>
        <p:nvPicPr>
          <p:cNvPr id="380" name="Google Shape;380;p12"/>
          <p:cNvPicPr preferRelativeResize="0"/>
          <p:nvPr/>
        </p:nvPicPr>
        <p:blipFill rotWithShape="1">
          <a:blip r:embed="rId3">
            <a:alphaModFix/>
          </a:blip>
          <a:srcRect/>
          <a:stretch/>
        </p:blipFill>
        <p:spPr>
          <a:xfrm>
            <a:off x="1642745" y="1632585"/>
            <a:ext cx="8570595" cy="459676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13"/>
          <p:cNvSpPr txBox="1">
            <a:spLocks noGrp="1"/>
          </p:cNvSpPr>
          <p:nvPr>
            <p:ph type="sldNum" idx="12"/>
          </p:nvPr>
        </p:nvSpPr>
        <p:spPr>
          <a:xfrm>
            <a:off x="342900" y="617029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00"/>
              <a:buNone/>
            </a:pPr>
            <a:r>
              <a:rPr lang="en-US"/>
              <a:t>Page.</a:t>
            </a:r>
            <a:fld id="{00000000-1234-1234-1234-123412341234}" type="slidenum">
              <a:rPr lang="en-US"/>
              <a:t>7</a:t>
            </a:fld>
            <a:endParaRPr/>
          </a:p>
        </p:txBody>
      </p:sp>
      <p:sp>
        <p:nvSpPr>
          <p:cNvPr id="386" name="Google Shape;386;p13"/>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dirty="0">
                <a:solidFill>
                  <a:schemeClr val="dk1"/>
                </a:solidFill>
                <a:latin typeface="+mj-lt"/>
                <a:ea typeface="Microsoft Yahei"/>
                <a:cs typeface="Microsoft Yahei"/>
                <a:sym typeface="Microsoft Yahei"/>
              </a:rPr>
              <a:t>2. Comment </a:t>
            </a:r>
            <a:r>
              <a:rPr lang="en-US" sz="1800" b="1" dirty="0" err="1">
                <a:solidFill>
                  <a:schemeClr val="dk1"/>
                </a:solidFill>
                <a:latin typeface="+mj-lt"/>
                <a:ea typeface="Microsoft Yahei"/>
                <a:cs typeface="Microsoft Yahei"/>
                <a:sym typeface="Microsoft Yahei"/>
              </a:rPr>
              <a:t>utiliser</a:t>
            </a:r>
            <a:endParaRPr sz="1800" b="1" i="0" u="none" strike="noStrike" cap="none" dirty="0">
              <a:solidFill>
                <a:schemeClr val="dk1"/>
              </a:solidFill>
              <a:latin typeface="+mj-lt"/>
              <a:ea typeface="Microsoft Yahei"/>
              <a:cs typeface="Microsoft Yahei"/>
              <a:sym typeface="Microsoft Yahei"/>
            </a:endParaRPr>
          </a:p>
        </p:txBody>
      </p:sp>
      <p:sp>
        <p:nvSpPr>
          <p:cNvPr id="387" name="Google Shape;387;p13"/>
          <p:cNvSpPr txBox="1"/>
          <p:nvPr/>
        </p:nvSpPr>
        <p:spPr>
          <a:xfrm>
            <a:off x="297180" y="572135"/>
            <a:ext cx="11620500" cy="3431668"/>
          </a:xfrm>
          <a:prstGeom prst="rect">
            <a:avLst/>
          </a:prstGeom>
          <a:noFill/>
          <a:ln>
            <a:noFill/>
          </a:ln>
        </p:spPr>
        <p:txBody>
          <a:bodyPr spcFirstLastPara="1" wrap="square" lIns="91425" tIns="45700" rIns="91425" bIns="45700" anchor="t" anchorCtr="0">
            <a:spAutoFit/>
          </a:bodyPr>
          <a:lstStyle/>
          <a:p>
            <a:pPr lvl="0">
              <a:lnSpc>
                <a:spcPct val="150000"/>
              </a:lnSpc>
              <a:buSzPts val="1400"/>
            </a:pPr>
            <a:r>
              <a:rPr lang="fr-FR" dirty="0">
                <a:latin typeface="+mj-lt"/>
                <a:ea typeface="Microsoft Yahei"/>
                <a:cs typeface="Microsoft Yahei"/>
                <a:sym typeface="Microsoft Yahei"/>
              </a:rPr>
              <a:t>Pour les sept modules suivants, le système les exécute automatiquement dans l’ordre sans intervention manuelle</a:t>
            </a:r>
            <a:r>
              <a:rPr lang="en-US" sz="1400" b="0" i="0" u="none" strike="noStrike" cap="none" dirty="0">
                <a:solidFill>
                  <a:srgbClr val="000000"/>
                </a:solidFill>
                <a:latin typeface="+mj-lt"/>
                <a:ea typeface="Microsoft Yahei"/>
                <a:cs typeface="Microsoft Yahei"/>
                <a:sym typeface="Microsoft Yahei"/>
              </a:rPr>
              <a:t>:</a:t>
            </a:r>
            <a:endParaRPr sz="1400" b="0" i="0" u="none" strike="noStrike" cap="none" dirty="0">
              <a:solidFill>
                <a:srgbClr val="000000"/>
              </a:solidFill>
              <a:latin typeface="+mj-lt"/>
              <a:ea typeface="Microsoft Yahei"/>
              <a:cs typeface="Microsoft Yahei"/>
              <a:sym typeface="Microsoft Yahei"/>
            </a:endParaRPr>
          </a:p>
          <a:p>
            <a:pPr marL="285750" lvl="0" indent="-285750">
              <a:lnSpc>
                <a:spcPct val="150000"/>
              </a:lnSpc>
              <a:buSzPts val="1400"/>
              <a:buFont typeface="Arial"/>
              <a:buChar char="•"/>
            </a:pPr>
            <a:r>
              <a:rPr lang="en-US" sz="1400" b="1" i="0" u="none" strike="noStrike" cap="none" dirty="0">
                <a:solidFill>
                  <a:srgbClr val="000000"/>
                </a:solidFill>
                <a:latin typeface="+mj-lt"/>
                <a:ea typeface="Microsoft Yahei"/>
                <a:cs typeface="Microsoft Yahei"/>
                <a:sym typeface="Microsoft Yahei"/>
              </a:rPr>
              <a:t>Core Board Test (</a:t>
            </a:r>
            <a:r>
              <a:rPr lang="en-US" b="1" dirty="0">
                <a:ea typeface="Microsoft Yahei"/>
                <a:cs typeface="Microsoft Yahei"/>
                <a:sym typeface="Microsoft Yahei"/>
              </a:rPr>
              <a:t>Test de la carte de base)</a:t>
            </a:r>
            <a:r>
              <a:rPr lang="en-US" sz="1400" b="0" i="0" u="none" strike="noStrike" cap="none" dirty="0">
                <a:solidFill>
                  <a:srgbClr val="000000"/>
                </a:solidFill>
                <a:latin typeface="+mj-lt"/>
                <a:ea typeface="Microsoft Yahei"/>
                <a:cs typeface="Microsoft Yahei"/>
                <a:sym typeface="Microsoft Yahei"/>
              </a:rPr>
              <a:t>: </a:t>
            </a:r>
            <a:r>
              <a:rPr lang="fr-FR" dirty="0">
                <a:latin typeface="+mj-lt"/>
                <a:ea typeface="Microsoft Yahei"/>
                <a:cs typeface="Microsoft Yahei"/>
                <a:sym typeface="Microsoft Yahei"/>
              </a:rPr>
              <a:t>Un bip retentit pendant le test de la carte principale. Après avoir cliqué pour réussir le test de la carte principale, le numéro de la carte s’affichera</a:t>
            </a:r>
            <a:r>
              <a:rPr lang="en-US" sz="1400" b="0" i="0" u="none" strike="noStrike" cap="none" dirty="0">
                <a:solidFill>
                  <a:srgbClr val="000000"/>
                </a:solidFill>
                <a:latin typeface="+mj-lt"/>
                <a:ea typeface="Microsoft Yahei"/>
                <a:cs typeface="Microsoft Yahei"/>
                <a:sym typeface="Microsoft Yahei"/>
              </a:rPr>
              <a:t>.</a:t>
            </a:r>
            <a:endParaRPr sz="1400" b="0" i="0" u="none" strike="noStrike" cap="none" dirty="0">
              <a:solidFill>
                <a:srgbClr val="000000"/>
              </a:solidFill>
              <a:latin typeface="+mj-lt"/>
              <a:ea typeface="Microsoft Yahei"/>
              <a:cs typeface="Microsoft Yahei"/>
              <a:sym typeface="Microsoft Yahei"/>
            </a:endParaRPr>
          </a:p>
          <a:p>
            <a:pPr marL="285750" lvl="0" indent="-285750">
              <a:lnSpc>
                <a:spcPct val="150000"/>
              </a:lnSpc>
              <a:buSzPts val="1400"/>
              <a:buFont typeface="Arial"/>
              <a:buChar char="•"/>
            </a:pPr>
            <a:r>
              <a:rPr lang="en-US" sz="1400" b="1" i="0" u="none" strike="noStrike" cap="none" dirty="0">
                <a:solidFill>
                  <a:srgbClr val="000000"/>
                </a:solidFill>
                <a:latin typeface="+mj-lt"/>
                <a:ea typeface="Microsoft Yahei"/>
                <a:cs typeface="Microsoft Yahei"/>
                <a:sym typeface="Microsoft Yahei"/>
              </a:rPr>
              <a:t>Side Brush (</a:t>
            </a:r>
            <a:r>
              <a:rPr lang="en-US" b="1" dirty="0">
                <a:ea typeface="Microsoft Yahei"/>
                <a:cs typeface="Microsoft Yahei"/>
                <a:sym typeface="Microsoft Yahei"/>
              </a:rPr>
              <a:t>Brosse </a:t>
            </a:r>
            <a:r>
              <a:rPr lang="en-US" b="1" dirty="0" err="1">
                <a:ea typeface="Microsoft Yahei"/>
                <a:cs typeface="Microsoft Yahei"/>
                <a:sym typeface="Microsoft Yahei"/>
              </a:rPr>
              <a:t>latérale</a:t>
            </a:r>
            <a:r>
              <a:rPr lang="en-US" b="1" dirty="0">
                <a:ea typeface="Microsoft Yahei"/>
                <a:cs typeface="Microsoft Yahei"/>
                <a:sym typeface="Microsoft Yahei"/>
              </a:rPr>
              <a:t>)</a:t>
            </a:r>
            <a:r>
              <a:rPr lang="en-US" sz="1400" b="0" i="0" u="none" strike="noStrike" cap="none" dirty="0">
                <a:solidFill>
                  <a:srgbClr val="000000"/>
                </a:solidFill>
                <a:latin typeface="+mj-lt"/>
                <a:ea typeface="Microsoft Yahei"/>
                <a:cs typeface="Microsoft Yahei"/>
                <a:sym typeface="Microsoft Yahei"/>
              </a:rPr>
              <a:t>: </a:t>
            </a:r>
            <a:r>
              <a:rPr lang="fr-FR" dirty="0">
                <a:latin typeface="+mj-lt"/>
                <a:ea typeface="Microsoft Yahei"/>
                <a:cs typeface="Microsoft Yahei"/>
                <a:sym typeface="Microsoft Yahei"/>
              </a:rPr>
              <a:t>Applique 8,8V en direct 5 secondes, courant de lecture, ça devrait être de 20 à 100 mA.</a:t>
            </a:r>
          </a:p>
          <a:p>
            <a:pPr marL="285750" lvl="0" indent="-285750">
              <a:lnSpc>
                <a:spcPct val="150000"/>
              </a:lnSpc>
              <a:buSzPts val="1400"/>
              <a:buFont typeface="Arial"/>
              <a:buChar char="•"/>
            </a:pPr>
            <a:r>
              <a:rPr lang="en-US" sz="1400" b="1" i="0" u="none" strike="noStrike" cap="none" dirty="0">
                <a:solidFill>
                  <a:srgbClr val="000000"/>
                </a:solidFill>
                <a:latin typeface="+mj-lt"/>
                <a:ea typeface="Microsoft Yahei"/>
                <a:cs typeface="Microsoft Yahei"/>
                <a:sym typeface="Microsoft Yahei"/>
              </a:rPr>
              <a:t>Fan (</a:t>
            </a:r>
            <a:r>
              <a:rPr lang="en-US" sz="1400" b="1" i="0" u="none" strike="noStrike" cap="none" dirty="0" err="1">
                <a:solidFill>
                  <a:srgbClr val="000000"/>
                </a:solidFill>
                <a:latin typeface="+mj-lt"/>
                <a:ea typeface="Microsoft Yahei"/>
                <a:cs typeface="Microsoft Yahei"/>
                <a:sym typeface="Microsoft Yahei"/>
              </a:rPr>
              <a:t>Ventilateur</a:t>
            </a:r>
            <a:r>
              <a:rPr lang="en-US" sz="1400" b="1" i="0" u="none" strike="noStrike" cap="none" dirty="0">
                <a:solidFill>
                  <a:srgbClr val="000000"/>
                </a:solidFill>
                <a:latin typeface="+mj-lt"/>
                <a:ea typeface="Microsoft Yahei"/>
                <a:cs typeface="Microsoft Yahei"/>
                <a:sym typeface="Microsoft Yahei"/>
              </a:rPr>
              <a:t>):</a:t>
            </a:r>
            <a:r>
              <a:rPr lang="en-US" sz="1400" b="0" i="0" u="none" strike="noStrike" cap="none" dirty="0">
                <a:solidFill>
                  <a:srgbClr val="000000"/>
                </a:solidFill>
                <a:latin typeface="+mj-lt"/>
                <a:ea typeface="Microsoft Yahei"/>
                <a:cs typeface="Microsoft Yahei"/>
                <a:sym typeface="Microsoft Yahei"/>
              </a:rPr>
              <a:t> </a:t>
            </a:r>
            <a:r>
              <a:rPr lang="fr-FR" dirty="0">
                <a:latin typeface="+mj-lt"/>
                <a:ea typeface="Microsoft Yahei"/>
                <a:cs typeface="Microsoft Yahei"/>
                <a:sym typeface="Microsoft Yahei"/>
              </a:rPr>
              <a:t>10,0V en avant 5 secondes, vitesse de lecture (15k–25k tr/min) et courant (500–2500mA)</a:t>
            </a:r>
            <a:r>
              <a:rPr lang="en-US" sz="1400" b="0" i="0" u="none" strike="noStrike" cap="none" dirty="0">
                <a:solidFill>
                  <a:srgbClr val="000000"/>
                </a:solidFill>
                <a:latin typeface="+mj-lt"/>
                <a:ea typeface="Microsoft Yahei"/>
                <a:cs typeface="Microsoft Yahei"/>
                <a:sym typeface="Microsoft Yahei"/>
              </a:rPr>
              <a:t>.</a:t>
            </a:r>
            <a:endParaRPr sz="1400" b="0" i="0" u="none" strike="noStrike" cap="none" dirty="0">
              <a:solidFill>
                <a:srgbClr val="000000"/>
              </a:solidFill>
              <a:latin typeface="+mj-lt"/>
              <a:ea typeface="Microsoft Yahei"/>
              <a:cs typeface="Microsoft Yahei"/>
              <a:sym typeface="Microsoft Yahei"/>
            </a:endParaRPr>
          </a:p>
          <a:p>
            <a:pPr marL="285750" lvl="0" indent="-285750">
              <a:lnSpc>
                <a:spcPct val="150000"/>
              </a:lnSpc>
              <a:buSzPts val="1400"/>
              <a:buFont typeface="Arial"/>
              <a:buChar char="•"/>
            </a:pPr>
            <a:r>
              <a:rPr lang="en-US" sz="1400" b="1" i="0" u="none" strike="noStrike" cap="none" dirty="0">
                <a:solidFill>
                  <a:srgbClr val="000000"/>
                </a:solidFill>
                <a:latin typeface="+mj-lt"/>
                <a:ea typeface="Microsoft Yahei"/>
                <a:cs typeface="Microsoft Yahei"/>
                <a:sym typeface="Microsoft Yahei"/>
              </a:rPr>
              <a:t>Roller Brush (</a:t>
            </a:r>
            <a:r>
              <a:rPr lang="en-US" b="1" dirty="0">
                <a:ea typeface="Microsoft Yahei"/>
                <a:cs typeface="Microsoft Yahei"/>
                <a:sym typeface="Microsoft Yahei"/>
              </a:rPr>
              <a:t>Brosse à rouleaux)</a:t>
            </a:r>
            <a:r>
              <a:rPr lang="en-US" sz="1400" b="1" i="0" u="none" strike="noStrike" cap="none" dirty="0">
                <a:solidFill>
                  <a:srgbClr val="000000"/>
                </a:solidFill>
                <a:latin typeface="+mj-lt"/>
                <a:ea typeface="Microsoft Yahei"/>
                <a:cs typeface="Microsoft Yahei"/>
                <a:sym typeface="Microsoft Yahei"/>
              </a:rPr>
              <a:t>: </a:t>
            </a:r>
            <a:r>
              <a:rPr lang="fr-FR" dirty="0">
                <a:latin typeface="+mj-lt"/>
                <a:ea typeface="Microsoft Yahei"/>
                <a:cs typeface="Microsoft Yahei"/>
                <a:sym typeface="Microsoft Yahei"/>
              </a:rPr>
              <a:t>8,0V en avant 5, courant de lecture (80–550mA)</a:t>
            </a:r>
            <a:r>
              <a:rPr lang="en-US" sz="1400" b="0" i="0" u="none" strike="noStrike" cap="none" dirty="0">
                <a:solidFill>
                  <a:srgbClr val="000000"/>
                </a:solidFill>
                <a:latin typeface="+mj-lt"/>
                <a:ea typeface="Microsoft Yahei"/>
                <a:cs typeface="Microsoft Yahei"/>
                <a:sym typeface="Microsoft Yahei"/>
              </a:rPr>
              <a:t>.</a:t>
            </a:r>
            <a:endParaRPr sz="1400" b="0" i="0" u="none" strike="noStrike" cap="none" dirty="0">
              <a:solidFill>
                <a:srgbClr val="000000"/>
              </a:solidFill>
              <a:latin typeface="+mj-lt"/>
              <a:ea typeface="Microsoft Yahei"/>
              <a:cs typeface="Microsoft Yahei"/>
              <a:sym typeface="Microsoft Yahei"/>
            </a:endParaRPr>
          </a:p>
          <a:p>
            <a:pPr marL="285750" lvl="0" indent="-285750">
              <a:lnSpc>
                <a:spcPct val="150000"/>
              </a:lnSpc>
              <a:buSzPts val="1400"/>
              <a:buFont typeface="Arial"/>
              <a:buChar char="•"/>
            </a:pPr>
            <a:r>
              <a:rPr lang="en-US" sz="1400" b="1" i="0" u="none" strike="noStrike" cap="none" dirty="0">
                <a:solidFill>
                  <a:srgbClr val="000000"/>
                </a:solidFill>
                <a:latin typeface="+mj-lt"/>
                <a:ea typeface="Microsoft Yahei"/>
                <a:cs typeface="Microsoft Yahei"/>
                <a:sym typeface="Microsoft Yahei"/>
              </a:rPr>
              <a:t>Cliff Sensor (</a:t>
            </a:r>
            <a:r>
              <a:rPr lang="en-US" b="1" dirty="0" err="1">
                <a:ea typeface="Microsoft Yahei"/>
                <a:cs typeface="Microsoft Yahei"/>
                <a:sym typeface="Microsoft Yahei"/>
              </a:rPr>
              <a:t>Capteur</a:t>
            </a:r>
            <a:r>
              <a:rPr lang="en-US" b="1" dirty="0">
                <a:ea typeface="Microsoft Yahei"/>
                <a:cs typeface="Microsoft Yahei"/>
                <a:sym typeface="Microsoft Yahei"/>
              </a:rPr>
              <a:t> de vide)</a:t>
            </a:r>
            <a:r>
              <a:rPr lang="en-US" sz="1400" b="1" i="0" u="none" strike="noStrike" cap="none" dirty="0">
                <a:solidFill>
                  <a:srgbClr val="000000"/>
                </a:solidFill>
                <a:latin typeface="+mj-lt"/>
                <a:ea typeface="Microsoft Yahei"/>
                <a:cs typeface="Microsoft Yahei"/>
                <a:sym typeface="Microsoft Yahei"/>
              </a:rPr>
              <a:t>:</a:t>
            </a:r>
            <a:r>
              <a:rPr lang="en-US" sz="1400" b="0" i="0" u="none" strike="noStrike" cap="none" dirty="0">
                <a:solidFill>
                  <a:srgbClr val="000000"/>
                </a:solidFill>
                <a:latin typeface="+mj-lt"/>
                <a:ea typeface="Microsoft Yahei"/>
                <a:cs typeface="Microsoft Yahei"/>
                <a:sym typeface="Microsoft Yahei"/>
              </a:rPr>
              <a:t> </a:t>
            </a:r>
            <a:r>
              <a:rPr lang="fr-FR" dirty="0">
                <a:latin typeface="+mj-lt"/>
                <a:ea typeface="Microsoft Yahei"/>
                <a:cs typeface="Microsoft Yahei"/>
                <a:sym typeface="Microsoft Yahei"/>
              </a:rPr>
              <a:t>Requête Cm, lecture de 6 valeurs IR (passe s’il y en a ≠4096 ou -1)</a:t>
            </a:r>
            <a:r>
              <a:rPr lang="en-US" sz="1400" b="0" i="0" u="none" strike="noStrike" cap="none" dirty="0">
                <a:solidFill>
                  <a:srgbClr val="000000"/>
                </a:solidFill>
                <a:latin typeface="+mj-lt"/>
                <a:ea typeface="Microsoft Yahei"/>
                <a:cs typeface="Microsoft Yahei"/>
                <a:sym typeface="Microsoft Yahei"/>
              </a:rPr>
              <a:t>.</a:t>
            </a:r>
            <a:endParaRPr sz="1400" b="0" i="0" u="none" strike="noStrike" cap="none" dirty="0">
              <a:solidFill>
                <a:srgbClr val="000000"/>
              </a:solidFill>
              <a:latin typeface="+mj-lt"/>
              <a:ea typeface="Microsoft Yahei"/>
              <a:cs typeface="Microsoft Yahei"/>
              <a:sym typeface="Microsoft Yahei"/>
            </a:endParaRPr>
          </a:p>
          <a:p>
            <a:pPr marL="285750" lvl="0" indent="-285750">
              <a:lnSpc>
                <a:spcPct val="150000"/>
              </a:lnSpc>
              <a:buSzPts val="1400"/>
              <a:buFont typeface="Arial"/>
              <a:buChar char="•"/>
            </a:pPr>
            <a:r>
              <a:rPr lang="en-US" sz="1400" b="1" i="0" u="none" strike="noStrike" cap="none" dirty="0">
                <a:solidFill>
                  <a:srgbClr val="000000"/>
                </a:solidFill>
                <a:latin typeface="+mj-lt"/>
                <a:ea typeface="Microsoft Yahei"/>
                <a:cs typeface="Microsoft Yahei"/>
                <a:sym typeface="Microsoft Yahei"/>
              </a:rPr>
              <a:t>Ultrasonic Sensor: </a:t>
            </a:r>
            <a:r>
              <a:rPr lang="fr-FR" dirty="0">
                <a:latin typeface="+mj-lt"/>
                <a:ea typeface="Microsoft Yahei"/>
                <a:cs typeface="Microsoft Yahei"/>
                <a:sym typeface="Microsoft Yahei"/>
              </a:rPr>
              <a:t>Requête Cr (détection d’écho), écho de lecture (500–5000</a:t>
            </a:r>
            <a:r>
              <a:rPr lang="en-US" sz="1400" b="0" i="0" u="none" strike="noStrike" cap="none" dirty="0">
                <a:solidFill>
                  <a:srgbClr val="000000"/>
                </a:solidFill>
                <a:latin typeface="+mj-lt"/>
                <a:ea typeface="Microsoft Yahei"/>
                <a:cs typeface="Microsoft Yahei"/>
                <a:sym typeface="Microsoft Yahei"/>
              </a:rPr>
              <a:t>).</a:t>
            </a:r>
            <a:endParaRPr sz="1400" b="0" i="0" u="none" strike="noStrike" cap="none" dirty="0">
              <a:solidFill>
                <a:srgbClr val="000000"/>
              </a:solidFill>
              <a:latin typeface="+mj-lt"/>
              <a:ea typeface="Microsoft Yahei"/>
              <a:cs typeface="Microsoft Yahei"/>
              <a:sym typeface="Microsoft Yahei"/>
            </a:endParaRPr>
          </a:p>
          <a:p>
            <a:pPr marL="285750" lvl="0" indent="-285750">
              <a:lnSpc>
                <a:spcPct val="150000"/>
              </a:lnSpc>
              <a:buSzPts val="1400"/>
              <a:buFont typeface="Arial"/>
              <a:buChar char="•"/>
            </a:pPr>
            <a:r>
              <a:rPr lang="en-US" sz="1400" b="1" i="0" u="none" strike="noStrike" cap="none" dirty="0">
                <a:solidFill>
                  <a:srgbClr val="000000"/>
                </a:solidFill>
                <a:latin typeface="+mj-lt"/>
                <a:ea typeface="Microsoft Yahei"/>
                <a:cs typeface="Microsoft Yahei"/>
                <a:sym typeface="Microsoft Yahei"/>
              </a:rPr>
              <a:t>Battery: </a:t>
            </a:r>
            <a:r>
              <a:rPr lang="fr-FR" dirty="0">
                <a:latin typeface="+mj-lt"/>
                <a:ea typeface="Microsoft Yahei"/>
                <a:cs typeface="Microsoft Yahei"/>
                <a:sym typeface="Microsoft Yahei"/>
              </a:rPr>
              <a:t>Requête en </a:t>
            </a:r>
            <a:r>
              <a:rPr lang="fr-FR" dirty="0" err="1">
                <a:latin typeface="+mj-lt"/>
                <a:ea typeface="Microsoft Yahei"/>
                <a:cs typeface="Microsoft Yahei"/>
                <a:sym typeface="Microsoft Yahei"/>
              </a:rPr>
              <a:t>Cq</a:t>
            </a:r>
            <a:r>
              <a:rPr lang="fr-FR" dirty="0">
                <a:latin typeface="+mj-lt"/>
                <a:ea typeface="Microsoft Yahei"/>
                <a:cs typeface="Microsoft Yahei"/>
                <a:sym typeface="Microsoft Yahei"/>
              </a:rPr>
              <a:t>, lecture ADC et température</a:t>
            </a:r>
            <a:r>
              <a:rPr lang="en-US" sz="1400" b="0" i="0" u="none" strike="noStrike" cap="none" dirty="0">
                <a:solidFill>
                  <a:srgbClr val="000000"/>
                </a:solidFill>
                <a:latin typeface="+mj-lt"/>
                <a:ea typeface="Microsoft Yahei"/>
                <a:cs typeface="Microsoft Yahei"/>
                <a:sym typeface="Microsoft Yahei"/>
              </a:rPr>
              <a:t>.</a:t>
            </a:r>
            <a:endParaRPr sz="1400" b="0" i="0" u="none" strike="noStrike" cap="none" dirty="0">
              <a:solidFill>
                <a:srgbClr val="000000"/>
              </a:solidFill>
              <a:latin typeface="+mj-lt"/>
              <a:ea typeface="Microsoft Yahei"/>
              <a:cs typeface="Microsoft Yahei"/>
              <a:sym typeface="Microsoft Yahe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mj-lt"/>
              <a:ea typeface="Microsoft Yahei"/>
              <a:cs typeface="Microsoft Yahei"/>
              <a:sym typeface="Microsoft Yahe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mj-lt"/>
              <a:ea typeface="Microsoft Yahei"/>
              <a:cs typeface="Microsoft Yahei"/>
              <a:sym typeface="Microsoft Yahei"/>
            </a:endParaRPr>
          </a:p>
        </p:txBody>
      </p:sp>
      <p:pic>
        <p:nvPicPr>
          <p:cNvPr id="388" name="Google Shape;388;p13"/>
          <p:cNvPicPr preferRelativeResize="0"/>
          <p:nvPr/>
        </p:nvPicPr>
        <p:blipFill rotWithShape="1">
          <a:blip r:embed="rId3">
            <a:alphaModFix/>
          </a:blip>
          <a:srcRect/>
          <a:stretch/>
        </p:blipFill>
        <p:spPr>
          <a:xfrm>
            <a:off x="342900" y="3730277"/>
            <a:ext cx="11125200" cy="2276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pic>
        <p:nvPicPr>
          <p:cNvPr id="393" name="Google Shape;393;p14"/>
          <p:cNvPicPr preferRelativeResize="0"/>
          <p:nvPr/>
        </p:nvPicPr>
        <p:blipFill rotWithShape="1">
          <a:blip r:embed="rId3">
            <a:alphaModFix/>
          </a:blip>
          <a:srcRect/>
          <a:stretch/>
        </p:blipFill>
        <p:spPr>
          <a:xfrm>
            <a:off x="231140" y="2177742"/>
            <a:ext cx="11496675" cy="3771900"/>
          </a:xfrm>
          <a:prstGeom prst="rect">
            <a:avLst/>
          </a:prstGeom>
          <a:noFill/>
          <a:ln>
            <a:noFill/>
          </a:ln>
        </p:spPr>
      </p:pic>
      <p:sp>
        <p:nvSpPr>
          <p:cNvPr id="394" name="Google Shape;394;p14"/>
          <p:cNvSpPr txBox="1">
            <a:spLocks noGrp="1"/>
          </p:cNvSpPr>
          <p:nvPr>
            <p:ph type="sldNum" idx="12"/>
          </p:nvPr>
        </p:nvSpPr>
        <p:spPr>
          <a:xfrm>
            <a:off x="342900" y="617029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00"/>
              <a:buNone/>
            </a:pPr>
            <a:r>
              <a:rPr lang="en-US"/>
              <a:t>Page.</a:t>
            </a:r>
            <a:fld id="{00000000-1234-1234-1234-123412341234}" type="slidenum">
              <a:rPr lang="en-US"/>
              <a:t>8</a:t>
            </a:fld>
            <a:endParaRPr/>
          </a:p>
        </p:txBody>
      </p:sp>
      <p:sp>
        <p:nvSpPr>
          <p:cNvPr id="395" name="Google Shape;395;p14"/>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i="0" u="none" strike="noStrike" cap="none" dirty="0">
                <a:solidFill>
                  <a:schemeClr val="dk1"/>
                </a:solidFill>
                <a:latin typeface="Microsoft Yahei"/>
                <a:ea typeface="Microsoft Yahei"/>
                <a:cs typeface="Microsoft Yahei"/>
                <a:sym typeface="Microsoft Yahei"/>
              </a:rPr>
              <a:t>2. </a:t>
            </a:r>
            <a:r>
              <a:rPr lang="en-US" sz="1800" b="1" dirty="0">
                <a:solidFill>
                  <a:schemeClr val="dk1"/>
                </a:solidFill>
                <a:latin typeface="Microsoft Yahei"/>
                <a:ea typeface="Microsoft Yahei"/>
                <a:cs typeface="Microsoft Yahei"/>
                <a:sym typeface="Microsoft Yahei"/>
              </a:rPr>
              <a:t>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396" name="Google Shape;396;p14"/>
          <p:cNvSpPr txBox="1"/>
          <p:nvPr/>
        </p:nvSpPr>
        <p:spPr>
          <a:xfrm>
            <a:off x="297180" y="572135"/>
            <a:ext cx="11620500" cy="1384954"/>
          </a:xfrm>
          <a:prstGeom prst="rect">
            <a:avLst/>
          </a:prstGeom>
          <a:noFill/>
          <a:ln>
            <a:noFill/>
          </a:ln>
        </p:spPr>
        <p:txBody>
          <a:bodyPr spcFirstLastPara="1" wrap="square" lIns="91425" tIns="45700" rIns="91425" bIns="45700" anchor="t" anchorCtr="0">
            <a:spAutoFit/>
          </a:bodyPr>
          <a:lstStyle/>
          <a:p>
            <a:pPr lvl="0">
              <a:lnSpc>
                <a:spcPct val="150000"/>
              </a:lnSpc>
              <a:buSzPts val="1400"/>
            </a:pPr>
            <a:r>
              <a:rPr lang="fr-FR" b="1" dirty="0">
                <a:solidFill>
                  <a:srgbClr val="FF0000"/>
                </a:solidFill>
                <a:latin typeface="+mj-lt"/>
                <a:ea typeface="Microsoft Yahei"/>
                <a:cs typeface="Microsoft Yahei"/>
                <a:sym typeface="Microsoft Yahei"/>
              </a:rPr>
              <a:t>Il existe sept modules nécessitant une opération ou une confirmation manuelle, notamment : </a:t>
            </a:r>
            <a:r>
              <a:rPr lang="fr-FR" dirty="0">
                <a:latin typeface="+mj-lt"/>
                <a:ea typeface="Microsoft Yahei"/>
                <a:cs typeface="Microsoft Yahei"/>
                <a:sym typeface="Microsoft Yahei"/>
              </a:rPr>
              <a:t>
Bouton/Détecteur : Lorsque le test automatique atteint ce point, un contrôle apparaîtra en dessous. </a:t>
            </a:r>
          </a:p>
          <a:p>
            <a:pPr lvl="0">
              <a:lnSpc>
                <a:spcPct val="150000"/>
              </a:lnSpc>
              <a:buSzPts val="1400"/>
            </a:pPr>
            <a:r>
              <a:rPr lang="fr-FR" dirty="0">
                <a:latin typeface="+mj-lt"/>
                <a:ea typeface="Microsoft Yahei"/>
                <a:cs typeface="Microsoft Yahei"/>
                <a:sym typeface="Microsoft Yahei"/>
              </a:rPr>
              <a:t>Utilisez les deux mains pour appuyer continuellement sur les côtés gauche et droit du pare-chocs et cliquez sur « Le bouton vert » pour vérifier s’il peut réussir le test.</a:t>
            </a:r>
            <a:endParaRPr sz="1400" b="0" i="0" u="none" strike="noStrike" cap="none" dirty="0">
              <a:solidFill>
                <a:srgbClr val="000000"/>
              </a:solidFill>
              <a:latin typeface="+mj-lt"/>
              <a:ea typeface="Microsoft Yahei"/>
              <a:cs typeface="Microsoft Yahei"/>
              <a:sym typeface="Microsoft Yahei"/>
            </a:endParaRPr>
          </a:p>
        </p:txBody>
      </p:sp>
      <p:sp>
        <p:nvSpPr>
          <p:cNvPr id="397" name="Google Shape;397;p14"/>
          <p:cNvSpPr txBox="1"/>
          <p:nvPr/>
        </p:nvSpPr>
        <p:spPr>
          <a:xfrm>
            <a:off x="2434590" y="4194502"/>
            <a:ext cx="4064000" cy="306705"/>
          </a:xfrm>
          <a:prstGeom prst="rect">
            <a:avLst/>
          </a:prstGeom>
          <a:noFill/>
          <a:ln>
            <a:noFill/>
          </a:ln>
        </p:spPr>
        <p:txBody>
          <a:bodyPr spcFirstLastPara="1" wrap="square" lIns="91425" tIns="45700" rIns="91425" bIns="45700" anchor="t" anchorCtr="0">
            <a:spAutoFit/>
          </a:bodyPr>
          <a:lstStyle/>
          <a:p>
            <a:pPr lvl="0"/>
            <a:r>
              <a:rPr lang="en-US" dirty="0">
                <a:solidFill>
                  <a:schemeClr val="dk1"/>
                </a:solidFill>
                <a:highlight>
                  <a:srgbClr val="FF0000"/>
                </a:highlight>
              </a:rPr>
              <a:t>Bouton/</a:t>
            </a:r>
            <a:r>
              <a:rPr lang="en-US" dirty="0" err="1">
                <a:solidFill>
                  <a:schemeClr val="dk1"/>
                </a:solidFill>
                <a:highlight>
                  <a:srgbClr val="FF0000"/>
                </a:highlight>
              </a:rPr>
              <a:t>Détecteur</a:t>
            </a:r>
            <a:endParaRPr sz="1400" b="0" i="0" u="none" strike="noStrike" cap="none" dirty="0">
              <a:solidFill>
                <a:schemeClr val="dk1"/>
              </a:solidFill>
              <a:highlight>
                <a:srgbClr val="FF0000"/>
              </a:highlight>
              <a:latin typeface="Arial"/>
              <a:ea typeface="Arial"/>
              <a:cs typeface="Arial"/>
              <a:sym typeface="Arial"/>
            </a:endParaRPr>
          </a:p>
        </p:txBody>
      </p:sp>
      <p:sp>
        <p:nvSpPr>
          <p:cNvPr id="398" name="Google Shape;398;p14"/>
          <p:cNvSpPr txBox="1"/>
          <p:nvPr/>
        </p:nvSpPr>
        <p:spPr>
          <a:xfrm>
            <a:off x="4350385" y="4733617"/>
            <a:ext cx="5484495" cy="738623"/>
          </a:xfrm>
          <a:prstGeom prst="rect">
            <a:avLst/>
          </a:prstGeom>
          <a:noFill/>
          <a:ln>
            <a:noFill/>
          </a:ln>
        </p:spPr>
        <p:txBody>
          <a:bodyPr spcFirstLastPara="1" wrap="square" lIns="91425" tIns="45700" rIns="91425" bIns="45700" anchor="t" anchorCtr="0">
            <a:spAutoFit/>
          </a:bodyPr>
          <a:lstStyle/>
          <a:p>
            <a:pPr lvl="0"/>
            <a:r>
              <a:rPr lang="fr-FR" dirty="0">
                <a:solidFill>
                  <a:schemeClr val="dk1"/>
                </a:solidFill>
                <a:highlight>
                  <a:srgbClr val="FF0000"/>
                </a:highlight>
              </a:rPr>
              <a:t>Veuillez appuyer sur les </a:t>
            </a:r>
            <a:r>
              <a:rPr lang="fr-FR" dirty="0" err="1">
                <a:solidFill>
                  <a:schemeClr val="dk1"/>
                </a:solidFill>
                <a:highlight>
                  <a:srgbClr val="FF0000"/>
                </a:highlight>
              </a:rPr>
              <a:t>bumpers</a:t>
            </a:r>
            <a:r>
              <a:rPr lang="fr-FR" dirty="0">
                <a:solidFill>
                  <a:schemeClr val="dk1"/>
                </a:solidFill>
                <a:highlight>
                  <a:srgbClr val="FF0000"/>
                </a:highlight>
              </a:rPr>
              <a:t> gauche et droit (appuyez puis relâchez). Après avoir terminé cette action, cliquez sur « Confirmer » pour lancer le test.</a:t>
            </a:r>
            <a:endParaRPr sz="1400" b="0" i="0" u="none" strike="noStrike" cap="none" dirty="0">
              <a:solidFill>
                <a:schemeClr val="dk1"/>
              </a:solidFill>
              <a:highlight>
                <a:srgbClr val="FF0000"/>
              </a:highlight>
              <a:latin typeface="Arial"/>
              <a:ea typeface="Arial"/>
              <a:cs typeface="Arial"/>
              <a:sym typeface="Arial"/>
            </a:endParaRPr>
          </a:p>
        </p:txBody>
      </p:sp>
      <p:sp>
        <p:nvSpPr>
          <p:cNvPr id="399" name="Google Shape;399;p14"/>
          <p:cNvSpPr txBox="1"/>
          <p:nvPr/>
        </p:nvSpPr>
        <p:spPr>
          <a:xfrm>
            <a:off x="3501390" y="5612140"/>
            <a:ext cx="5793864" cy="307736"/>
          </a:xfrm>
          <a:prstGeom prst="rect">
            <a:avLst/>
          </a:prstGeom>
          <a:noFill/>
          <a:ln>
            <a:noFill/>
          </a:ln>
        </p:spPr>
        <p:txBody>
          <a:bodyPr spcFirstLastPara="1" wrap="square" lIns="91425" tIns="45700" rIns="91425" bIns="45700" anchor="t" anchorCtr="0">
            <a:spAutoFit/>
          </a:bodyPr>
          <a:lstStyle/>
          <a:p>
            <a:pPr lvl="0"/>
            <a:r>
              <a:rPr lang="fr-FR" dirty="0">
                <a:solidFill>
                  <a:schemeClr val="dk1"/>
                </a:solidFill>
                <a:highlight>
                  <a:srgbClr val="00FF00"/>
                </a:highlight>
              </a:rPr>
              <a:t>Les pare-chocs ont été pressés. Commencez le test. (cliquez ici)</a:t>
            </a:r>
            <a:endParaRPr sz="1400" b="0" i="0" u="none" strike="noStrike" cap="none" dirty="0">
              <a:solidFill>
                <a:schemeClr val="dk1"/>
              </a:solidFill>
              <a:highlight>
                <a:srgbClr val="00FF00"/>
              </a:highlight>
              <a:latin typeface="Microsoft Yahei"/>
              <a:ea typeface="Microsoft Yahei"/>
              <a:cs typeface="Microsoft Yahei"/>
              <a:sym typeface="Microsoft Yahe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pic>
        <p:nvPicPr>
          <p:cNvPr id="404" name="Google Shape;404;p15"/>
          <p:cNvPicPr preferRelativeResize="0"/>
          <p:nvPr/>
        </p:nvPicPr>
        <p:blipFill rotWithShape="1">
          <a:blip r:embed="rId3">
            <a:alphaModFix/>
          </a:blip>
          <a:srcRect/>
          <a:stretch/>
        </p:blipFill>
        <p:spPr>
          <a:xfrm>
            <a:off x="398145" y="1397000"/>
            <a:ext cx="10317480" cy="3395980"/>
          </a:xfrm>
          <a:prstGeom prst="rect">
            <a:avLst/>
          </a:prstGeom>
          <a:noFill/>
          <a:ln>
            <a:noFill/>
          </a:ln>
        </p:spPr>
      </p:pic>
      <p:sp>
        <p:nvSpPr>
          <p:cNvPr id="405" name="Google Shape;405;p15"/>
          <p:cNvSpPr txBox="1">
            <a:spLocks noGrp="1"/>
          </p:cNvSpPr>
          <p:nvPr>
            <p:ph type="sldNum" idx="12"/>
          </p:nvPr>
        </p:nvSpPr>
        <p:spPr>
          <a:xfrm>
            <a:off x="342900" y="617029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00"/>
              <a:buNone/>
            </a:pPr>
            <a:r>
              <a:rPr lang="en-US"/>
              <a:t>Page.</a:t>
            </a:r>
            <a:fld id="{00000000-1234-1234-1234-123412341234}" type="slidenum">
              <a:rPr lang="en-US"/>
              <a:t>9</a:t>
            </a:fld>
            <a:endParaRPr/>
          </a:p>
        </p:txBody>
      </p:sp>
      <p:sp>
        <p:nvSpPr>
          <p:cNvPr id="406" name="Google Shape;406;p15"/>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i="0" u="none" strike="noStrike" cap="none" dirty="0">
                <a:solidFill>
                  <a:schemeClr val="dk1"/>
                </a:solidFill>
                <a:latin typeface="Microsoft Yahei"/>
                <a:ea typeface="Microsoft Yahei"/>
                <a:cs typeface="Microsoft Yahei"/>
                <a:sym typeface="Microsoft Yahei"/>
              </a:rPr>
              <a:t>2</a:t>
            </a:r>
            <a:r>
              <a:rPr lang="en-US" sz="1800" b="1" dirty="0">
                <a:solidFill>
                  <a:schemeClr val="dk1"/>
                </a:solidFill>
                <a:latin typeface="Microsoft Yahei"/>
                <a:ea typeface="Microsoft Yahei"/>
                <a:cs typeface="Microsoft Yahei"/>
                <a:sym typeface="Microsoft Yahei"/>
              </a:rPr>
              <a:t>. 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407" name="Google Shape;407;p15"/>
          <p:cNvSpPr txBox="1"/>
          <p:nvPr/>
        </p:nvSpPr>
        <p:spPr>
          <a:xfrm>
            <a:off x="342900" y="575310"/>
            <a:ext cx="11132820" cy="737235"/>
          </a:xfrm>
          <a:prstGeom prst="rect">
            <a:avLst/>
          </a:prstGeom>
          <a:noFill/>
          <a:ln>
            <a:noFill/>
          </a:ln>
        </p:spPr>
        <p:txBody>
          <a:bodyPr spcFirstLastPara="1" wrap="square" lIns="91425" tIns="45700" rIns="91425" bIns="45700" anchor="t" anchorCtr="0">
            <a:spAutoFit/>
          </a:bodyPr>
          <a:lstStyle/>
          <a:p>
            <a:pPr lvl="0">
              <a:lnSpc>
                <a:spcPct val="150000"/>
              </a:lnSpc>
            </a:pPr>
            <a:r>
              <a:rPr lang="fr-FR" b="1" dirty="0"/>
              <a:t>Test du bac a poussière : </a:t>
            </a:r>
            <a:r>
              <a:rPr lang="fr-FR" dirty="0"/>
              <a:t>Pour le test de la poubelle, gardez d’abord la boîte à poussière installée dans l’unité principale. Une fois la boîte à poussière retirée, cliquez sur le bouton vert. pour commencer le test.</a:t>
            </a:r>
            <a:endParaRPr sz="1400" i="0" u="none" strike="noStrike" cap="none" dirty="0">
              <a:solidFill>
                <a:srgbClr val="FF0000"/>
              </a:solidFill>
              <a:latin typeface="Arial"/>
              <a:ea typeface="Arial"/>
              <a:cs typeface="Arial"/>
              <a:sym typeface="Arial"/>
            </a:endParaRPr>
          </a:p>
        </p:txBody>
      </p:sp>
      <p:sp>
        <p:nvSpPr>
          <p:cNvPr id="408" name="Google Shape;408;p15"/>
          <p:cNvSpPr txBox="1"/>
          <p:nvPr/>
        </p:nvSpPr>
        <p:spPr>
          <a:xfrm>
            <a:off x="2317750" y="3096895"/>
            <a:ext cx="3705860" cy="278130"/>
          </a:xfrm>
          <a:prstGeom prst="rect">
            <a:avLst/>
          </a:prstGeom>
          <a:noFill/>
          <a:ln>
            <a:noFill/>
          </a:ln>
        </p:spPr>
        <p:txBody>
          <a:bodyPr spcFirstLastPara="1" wrap="square" lIns="91425" tIns="45700" rIns="91425" bIns="45700" anchor="t" anchorCtr="0">
            <a:noAutofit/>
          </a:bodyPr>
          <a:lstStyle/>
          <a:p>
            <a:pPr lvl="0"/>
            <a:r>
              <a:rPr lang="en-US" dirty="0">
                <a:solidFill>
                  <a:schemeClr val="dk1"/>
                </a:solidFill>
                <a:highlight>
                  <a:srgbClr val="FF0000"/>
                </a:highlight>
              </a:rPr>
              <a:t>Bouton/</a:t>
            </a:r>
            <a:r>
              <a:rPr lang="en-US" dirty="0" err="1">
                <a:solidFill>
                  <a:schemeClr val="dk1"/>
                </a:solidFill>
                <a:highlight>
                  <a:srgbClr val="FF0000"/>
                </a:highlight>
              </a:rPr>
              <a:t>Détecteur</a:t>
            </a:r>
            <a:endParaRPr sz="1400" b="0" i="0" u="none" strike="noStrike" cap="none" dirty="0">
              <a:solidFill>
                <a:schemeClr val="dk1"/>
              </a:solidFill>
              <a:highlight>
                <a:srgbClr val="FF0000"/>
              </a:highlight>
              <a:latin typeface="Arial"/>
              <a:ea typeface="Arial"/>
              <a:cs typeface="Arial"/>
              <a:sym typeface="Arial"/>
            </a:endParaRPr>
          </a:p>
        </p:txBody>
      </p:sp>
      <p:sp>
        <p:nvSpPr>
          <p:cNvPr id="409" name="Google Shape;409;p15"/>
          <p:cNvSpPr txBox="1"/>
          <p:nvPr/>
        </p:nvSpPr>
        <p:spPr>
          <a:xfrm>
            <a:off x="3400425" y="3661410"/>
            <a:ext cx="7075805" cy="278130"/>
          </a:xfrm>
          <a:prstGeom prst="rect">
            <a:avLst/>
          </a:prstGeom>
          <a:noFill/>
          <a:ln>
            <a:noFill/>
          </a:ln>
        </p:spPr>
        <p:txBody>
          <a:bodyPr spcFirstLastPara="1" wrap="square" lIns="91425" tIns="45700" rIns="91425" bIns="45700" anchor="t" anchorCtr="0">
            <a:noAutofit/>
          </a:bodyPr>
          <a:lstStyle/>
          <a:p>
            <a:pPr lvl="0"/>
            <a:r>
              <a:rPr lang="fr-FR" dirty="0">
                <a:solidFill>
                  <a:schemeClr val="dk1"/>
                </a:solidFill>
                <a:highlight>
                  <a:srgbClr val="FF0000"/>
                </a:highlight>
              </a:rPr>
              <a:t>Veuillez retirer la poubelle. Une fois terminé, cliquez sur le bouton Confirmer pour commencer le test</a:t>
            </a:r>
            <a:r>
              <a:rPr lang="en-US" sz="1400" b="0" i="0" u="none" strike="noStrike" cap="none" dirty="0">
                <a:solidFill>
                  <a:schemeClr val="dk1"/>
                </a:solidFill>
                <a:highlight>
                  <a:srgbClr val="FF0000"/>
                </a:highlight>
                <a:latin typeface="Arial"/>
                <a:ea typeface="Arial"/>
                <a:cs typeface="Arial"/>
                <a:sym typeface="Arial"/>
              </a:rPr>
              <a:t>.</a:t>
            </a:r>
            <a:endParaRPr sz="1400" b="0" i="0" u="none" strike="noStrike" cap="none" dirty="0">
              <a:solidFill>
                <a:schemeClr val="dk1"/>
              </a:solidFill>
              <a:highlight>
                <a:srgbClr val="FF0000"/>
              </a:highlight>
              <a:latin typeface="Arial"/>
              <a:ea typeface="Arial"/>
              <a:cs typeface="Arial"/>
              <a:sym typeface="Arial"/>
            </a:endParaRPr>
          </a:p>
        </p:txBody>
      </p:sp>
      <p:sp>
        <p:nvSpPr>
          <p:cNvPr id="410" name="Google Shape;410;p15"/>
          <p:cNvSpPr txBox="1"/>
          <p:nvPr/>
        </p:nvSpPr>
        <p:spPr>
          <a:xfrm>
            <a:off x="3275329" y="4350385"/>
            <a:ext cx="5676165" cy="278130"/>
          </a:xfrm>
          <a:prstGeom prst="rect">
            <a:avLst/>
          </a:prstGeom>
          <a:noFill/>
          <a:ln>
            <a:noFill/>
          </a:ln>
        </p:spPr>
        <p:txBody>
          <a:bodyPr spcFirstLastPara="1" wrap="square" lIns="91425" tIns="45700" rIns="91425" bIns="45700" anchor="t" anchorCtr="0">
            <a:noAutofit/>
          </a:bodyPr>
          <a:lstStyle/>
          <a:p>
            <a:pPr lvl="0"/>
            <a:r>
              <a:rPr lang="fr-FR" dirty="0">
                <a:solidFill>
                  <a:schemeClr val="dk1"/>
                </a:solidFill>
                <a:highlight>
                  <a:srgbClr val="00FF00"/>
                </a:highlight>
              </a:rPr>
              <a:t>La boîte à poussière a été retirée. Commencez le test. (cliquez ici)</a:t>
            </a:r>
            <a:endParaRPr sz="1400" b="0" i="0" u="none" strike="noStrike" cap="none" dirty="0">
              <a:solidFill>
                <a:schemeClr val="dk1"/>
              </a:solidFill>
              <a:highlight>
                <a:srgbClr val="00FF00"/>
              </a:highlight>
              <a:latin typeface="Arial"/>
              <a:ea typeface="Arial"/>
              <a:cs typeface="Arial"/>
              <a:sym typeface="Arial"/>
            </a:endParaRPr>
          </a:p>
        </p:txBody>
      </p:sp>
      <p:sp>
        <p:nvSpPr>
          <p:cNvPr id="411" name="Google Shape;411;p15"/>
          <p:cNvSpPr txBox="1"/>
          <p:nvPr/>
        </p:nvSpPr>
        <p:spPr>
          <a:xfrm>
            <a:off x="398145" y="4837430"/>
            <a:ext cx="6517005" cy="1384954"/>
          </a:xfrm>
          <a:prstGeom prst="rect">
            <a:avLst/>
          </a:prstGeom>
          <a:noFill/>
          <a:ln>
            <a:noFill/>
          </a:ln>
        </p:spPr>
        <p:txBody>
          <a:bodyPr spcFirstLastPara="1" wrap="square" lIns="91425" tIns="45700" rIns="91425" bIns="45700" anchor="t" anchorCtr="0">
            <a:spAutoFit/>
          </a:bodyPr>
          <a:lstStyle/>
          <a:p>
            <a:pPr lvl="0">
              <a:lnSpc>
                <a:spcPct val="150000"/>
              </a:lnSpc>
            </a:pPr>
            <a:r>
              <a:rPr lang="fr-FR" dirty="0">
                <a:solidFill>
                  <a:srgbClr val="FF0000"/>
                </a:solidFill>
              </a:rPr>
              <a:t>Note : Pour certains modèles, il faut ouvrir le couvercle du bac a poussière avant de la ramasser. Pendant ce processus, la petite carte du port série peut se déconnecter, il est donc recommandé d’être un peu prudent ou simplement d’enlever complètement le couvercle de la poubelle</a:t>
            </a:r>
            <a:r>
              <a:rPr lang="en-US" sz="1400" b="0" i="0" u="none" strike="noStrike" cap="none" dirty="0">
                <a:solidFill>
                  <a:srgbClr val="00000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pic>
        <p:nvPicPr>
          <p:cNvPr id="412" name="Google Shape;412;p15"/>
          <p:cNvPicPr preferRelativeResize="0"/>
          <p:nvPr/>
        </p:nvPicPr>
        <p:blipFill rotWithShape="1">
          <a:blip r:embed="rId4">
            <a:alphaModFix/>
          </a:blip>
          <a:srcRect/>
          <a:stretch/>
        </p:blipFill>
        <p:spPr>
          <a:xfrm>
            <a:off x="6965950" y="4837430"/>
            <a:ext cx="2042160" cy="186753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pic>
        <p:nvPicPr>
          <p:cNvPr id="417" name="Google Shape;417;p16"/>
          <p:cNvPicPr preferRelativeResize="0"/>
          <p:nvPr/>
        </p:nvPicPr>
        <p:blipFill rotWithShape="1">
          <a:blip r:embed="rId3">
            <a:alphaModFix/>
          </a:blip>
          <a:srcRect/>
          <a:stretch/>
        </p:blipFill>
        <p:spPr>
          <a:xfrm>
            <a:off x="342900" y="1559971"/>
            <a:ext cx="11439525" cy="3276600"/>
          </a:xfrm>
          <a:prstGeom prst="rect">
            <a:avLst/>
          </a:prstGeom>
          <a:noFill/>
          <a:ln>
            <a:noFill/>
          </a:ln>
        </p:spPr>
      </p:pic>
      <p:sp>
        <p:nvSpPr>
          <p:cNvPr id="418" name="Google Shape;418;p16"/>
          <p:cNvSpPr txBox="1">
            <a:spLocks noGrp="1"/>
          </p:cNvSpPr>
          <p:nvPr>
            <p:ph type="sldNum" idx="12"/>
          </p:nvPr>
        </p:nvSpPr>
        <p:spPr>
          <a:xfrm>
            <a:off x="342900" y="617029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00"/>
              <a:buNone/>
            </a:pPr>
            <a:r>
              <a:rPr lang="en-US"/>
              <a:t>Page.</a:t>
            </a:r>
            <a:fld id="{00000000-1234-1234-1234-123412341234}" type="slidenum">
              <a:rPr lang="en-US"/>
              <a:t>10</a:t>
            </a:fld>
            <a:endParaRPr/>
          </a:p>
        </p:txBody>
      </p:sp>
      <p:sp>
        <p:nvSpPr>
          <p:cNvPr id="419" name="Google Shape;419;p16"/>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i="0" u="none" strike="noStrike" cap="none" dirty="0">
                <a:solidFill>
                  <a:schemeClr val="dk1"/>
                </a:solidFill>
                <a:latin typeface="Microsoft Yahei"/>
                <a:ea typeface="Microsoft Yahei"/>
                <a:cs typeface="Microsoft Yahei"/>
                <a:sym typeface="Microsoft Yahei"/>
              </a:rPr>
              <a:t>2. </a:t>
            </a:r>
            <a:r>
              <a:rPr lang="en-US" sz="1800" b="1" dirty="0">
                <a:solidFill>
                  <a:schemeClr val="dk1"/>
                </a:solidFill>
                <a:latin typeface="Microsoft Yahei"/>
                <a:ea typeface="Microsoft Yahei"/>
                <a:cs typeface="Microsoft Yahei"/>
                <a:sym typeface="Microsoft Yahei"/>
              </a:rPr>
              <a:t>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420" name="Google Shape;420;p16"/>
          <p:cNvSpPr txBox="1"/>
          <p:nvPr/>
        </p:nvSpPr>
        <p:spPr>
          <a:xfrm>
            <a:off x="342900" y="575310"/>
            <a:ext cx="11132820" cy="738623"/>
          </a:xfrm>
          <a:prstGeom prst="rect">
            <a:avLst/>
          </a:prstGeom>
          <a:noFill/>
          <a:ln>
            <a:noFill/>
          </a:ln>
        </p:spPr>
        <p:txBody>
          <a:bodyPr spcFirstLastPara="1" wrap="square" lIns="91425" tIns="45700" rIns="91425" bIns="45700" anchor="t" anchorCtr="0">
            <a:spAutoFit/>
          </a:bodyPr>
          <a:lstStyle/>
          <a:p>
            <a:pPr lvl="0">
              <a:lnSpc>
                <a:spcPct val="150000"/>
              </a:lnSpc>
            </a:pPr>
            <a:r>
              <a:rPr lang="en-US" sz="1400" b="1" i="0" u="none" strike="noStrike" cap="none" dirty="0">
                <a:solidFill>
                  <a:srgbClr val="000000"/>
                </a:solidFill>
                <a:latin typeface="Arial"/>
                <a:ea typeface="Arial"/>
                <a:cs typeface="Arial"/>
                <a:sym typeface="Arial"/>
              </a:rPr>
              <a:t>Wheels In Place Test:</a:t>
            </a:r>
            <a:r>
              <a:rPr lang="en-US" b="1" dirty="0"/>
              <a:t> </a:t>
            </a:r>
            <a:r>
              <a:rPr lang="fr-FR" b="1" dirty="0"/>
              <a:t>Test des roues en place Soulevez l’appareil pour déclencher les capteurs de chute gauche et droite, puis cliquez simultanément sur « Le bouton vert » pour lancer le test.</a:t>
            </a:r>
            <a:endParaRPr sz="1400" b="0" i="0" u="none" strike="noStrike" cap="none" dirty="0">
              <a:solidFill>
                <a:srgbClr val="000000"/>
              </a:solidFill>
              <a:latin typeface="Arial"/>
              <a:ea typeface="Arial"/>
              <a:cs typeface="Arial"/>
              <a:sym typeface="Arial"/>
            </a:endParaRPr>
          </a:p>
        </p:txBody>
      </p:sp>
      <p:sp>
        <p:nvSpPr>
          <p:cNvPr id="421" name="Google Shape;421;p16"/>
          <p:cNvSpPr txBox="1"/>
          <p:nvPr/>
        </p:nvSpPr>
        <p:spPr>
          <a:xfrm>
            <a:off x="2776855" y="3154456"/>
            <a:ext cx="4064000" cy="306705"/>
          </a:xfrm>
          <a:prstGeom prst="rect">
            <a:avLst/>
          </a:prstGeom>
          <a:noFill/>
          <a:ln>
            <a:noFill/>
          </a:ln>
        </p:spPr>
        <p:txBody>
          <a:bodyPr spcFirstLastPara="1" wrap="square" lIns="91425" tIns="45700" rIns="91425" bIns="45700" anchor="t" anchorCtr="0">
            <a:spAutoFit/>
          </a:bodyPr>
          <a:lstStyle/>
          <a:p>
            <a:pPr lvl="0"/>
            <a:r>
              <a:rPr lang="fr-FR" dirty="0">
                <a:solidFill>
                  <a:schemeClr val="dk1"/>
                </a:solidFill>
                <a:highlight>
                  <a:srgbClr val="FF0000"/>
                </a:highlight>
              </a:rPr>
              <a:t>Test des roues en place</a:t>
            </a:r>
            <a:endParaRPr sz="1400" b="0" i="0" u="none" strike="noStrike" cap="none" dirty="0">
              <a:solidFill>
                <a:schemeClr val="dk1"/>
              </a:solidFill>
              <a:highlight>
                <a:srgbClr val="FF0000"/>
              </a:highlight>
              <a:latin typeface="Arial"/>
              <a:ea typeface="Arial"/>
              <a:cs typeface="Arial"/>
              <a:sym typeface="Arial"/>
            </a:endParaRPr>
          </a:p>
        </p:txBody>
      </p:sp>
      <p:sp>
        <p:nvSpPr>
          <p:cNvPr id="422" name="Google Shape;422;p16"/>
          <p:cNvSpPr txBox="1"/>
          <p:nvPr/>
        </p:nvSpPr>
        <p:spPr>
          <a:xfrm>
            <a:off x="4947920" y="3461161"/>
            <a:ext cx="6577965" cy="521970"/>
          </a:xfrm>
          <a:prstGeom prst="rect">
            <a:avLst/>
          </a:prstGeom>
          <a:noFill/>
          <a:ln>
            <a:noFill/>
          </a:ln>
        </p:spPr>
        <p:txBody>
          <a:bodyPr spcFirstLastPara="1" wrap="square" lIns="91425" tIns="45700" rIns="91425" bIns="45700" anchor="t" anchorCtr="0">
            <a:spAutoFit/>
          </a:bodyPr>
          <a:lstStyle/>
          <a:p>
            <a:pPr lvl="0"/>
            <a:r>
              <a:rPr lang="fr-FR" dirty="0">
                <a:solidFill>
                  <a:schemeClr val="dk1"/>
                </a:solidFill>
                <a:highlight>
                  <a:srgbClr val="FF0000"/>
                </a:highlight>
              </a:rPr>
              <a:t>Veuillez relever l’appareil pour déclencher les capteurs de chute gauche et droite, puis cliquer sur Confirmer pour commencer le test.</a:t>
            </a:r>
            <a:endParaRPr sz="1400" b="0" i="0" u="none" strike="noStrike" cap="none" dirty="0">
              <a:solidFill>
                <a:schemeClr val="dk1"/>
              </a:solidFill>
              <a:highlight>
                <a:srgbClr val="FF0000"/>
              </a:highlight>
              <a:latin typeface="Arial"/>
              <a:ea typeface="Arial"/>
              <a:cs typeface="Arial"/>
              <a:sym typeface="Arial"/>
            </a:endParaRPr>
          </a:p>
        </p:txBody>
      </p:sp>
      <p:sp>
        <p:nvSpPr>
          <p:cNvPr id="423" name="Google Shape;423;p16"/>
          <p:cNvSpPr txBox="1"/>
          <p:nvPr/>
        </p:nvSpPr>
        <p:spPr>
          <a:xfrm>
            <a:off x="3606165" y="4220304"/>
            <a:ext cx="5080000" cy="306705"/>
          </a:xfrm>
          <a:prstGeom prst="rect">
            <a:avLst/>
          </a:prstGeom>
          <a:noFill/>
          <a:ln>
            <a:noFill/>
          </a:ln>
        </p:spPr>
        <p:txBody>
          <a:bodyPr spcFirstLastPara="1" wrap="square" lIns="91425" tIns="45700" rIns="91425" bIns="45700" anchor="t" anchorCtr="0">
            <a:spAutoFit/>
          </a:bodyPr>
          <a:lstStyle/>
          <a:p>
            <a:pPr lvl="0"/>
            <a:r>
              <a:rPr lang="fr-FR" dirty="0">
                <a:solidFill>
                  <a:schemeClr val="dk1"/>
                </a:solidFill>
                <a:highlight>
                  <a:srgbClr val="00FF00"/>
                </a:highlight>
              </a:rPr>
              <a:t>La machine a été soulevée. Commencez le test. (cliquez ici)</a:t>
            </a:r>
            <a:endParaRPr sz="1400" b="0" i="0" u="none" strike="noStrike" cap="none" dirty="0">
              <a:solidFill>
                <a:schemeClr val="dk1"/>
              </a:solidFill>
              <a:highlight>
                <a:srgbClr val="00FF00"/>
              </a:highlight>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pic>
        <p:nvPicPr>
          <p:cNvPr id="428" name="Google Shape;428;p17"/>
          <p:cNvPicPr preferRelativeResize="0"/>
          <p:nvPr/>
        </p:nvPicPr>
        <p:blipFill rotWithShape="1">
          <a:blip r:embed="rId3">
            <a:alphaModFix/>
          </a:blip>
          <a:srcRect/>
          <a:stretch/>
        </p:blipFill>
        <p:spPr>
          <a:xfrm>
            <a:off x="423545" y="1506220"/>
            <a:ext cx="11344275" cy="3105150"/>
          </a:xfrm>
          <a:prstGeom prst="rect">
            <a:avLst/>
          </a:prstGeom>
          <a:noFill/>
          <a:ln>
            <a:noFill/>
          </a:ln>
        </p:spPr>
      </p:pic>
      <p:sp>
        <p:nvSpPr>
          <p:cNvPr id="429" name="Google Shape;429;p17"/>
          <p:cNvSpPr txBox="1">
            <a:spLocks noGrp="1"/>
          </p:cNvSpPr>
          <p:nvPr>
            <p:ph type="sldNum" idx="12"/>
          </p:nvPr>
        </p:nvSpPr>
        <p:spPr>
          <a:xfrm>
            <a:off x="342900" y="617029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00"/>
              <a:buNone/>
            </a:pPr>
            <a:r>
              <a:rPr lang="en-US"/>
              <a:t>Page.</a:t>
            </a:r>
            <a:fld id="{00000000-1234-1234-1234-123412341234}" type="slidenum">
              <a:rPr lang="en-US"/>
              <a:t>11</a:t>
            </a:fld>
            <a:endParaRPr/>
          </a:p>
        </p:txBody>
      </p:sp>
      <p:sp>
        <p:nvSpPr>
          <p:cNvPr id="430" name="Google Shape;430;p17"/>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i="0" u="none" strike="noStrike" cap="none" dirty="0">
                <a:solidFill>
                  <a:schemeClr val="dk1"/>
                </a:solidFill>
                <a:latin typeface="Microsoft Yahei"/>
                <a:ea typeface="Microsoft Yahei"/>
                <a:cs typeface="Microsoft Yahei"/>
                <a:sym typeface="Microsoft Yahei"/>
              </a:rPr>
              <a:t>2. </a:t>
            </a:r>
            <a:r>
              <a:rPr lang="en-US" sz="1800" b="1" dirty="0">
                <a:solidFill>
                  <a:schemeClr val="dk1"/>
                </a:solidFill>
                <a:latin typeface="Microsoft Yahei"/>
                <a:ea typeface="Microsoft Yahei"/>
                <a:cs typeface="Microsoft Yahei"/>
                <a:sym typeface="Microsoft Yahei"/>
              </a:rPr>
              <a:t>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431" name="Google Shape;431;p17"/>
          <p:cNvSpPr txBox="1"/>
          <p:nvPr/>
        </p:nvSpPr>
        <p:spPr>
          <a:xfrm>
            <a:off x="342900" y="575310"/>
            <a:ext cx="11132820" cy="737235"/>
          </a:xfrm>
          <a:prstGeom prst="rect">
            <a:avLst/>
          </a:prstGeom>
          <a:noFill/>
          <a:ln>
            <a:noFill/>
          </a:ln>
        </p:spPr>
        <p:txBody>
          <a:bodyPr spcFirstLastPara="1" wrap="square" lIns="91425" tIns="45700" rIns="91425" bIns="45700" anchor="t" anchorCtr="0">
            <a:spAutoFit/>
          </a:bodyPr>
          <a:lstStyle/>
          <a:p>
            <a:pPr lvl="0">
              <a:lnSpc>
                <a:spcPct val="150000"/>
              </a:lnSpc>
            </a:pPr>
            <a:r>
              <a:rPr lang="en-US" sz="1400" b="1" i="0" u="none" strike="noStrike" cap="none" dirty="0">
                <a:solidFill>
                  <a:srgbClr val="000000"/>
                </a:solidFill>
                <a:latin typeface="Arial"/>
                <a:ea typeface="Arial"/>
                <a:cs typeface="Arial"/>
                <a:sym typeface="Arial"/>
              </a:rPr>
              <a:t>LDS Lift: </a:t>
            </a:r>
            <a:r>
              <a:rPr lang="fr-FR" dirty="0" err="1"/>
              <a:t>Elevateur</a:t>
            </a:r>
            <a:r>
              <a:rPr lang="fr-FR" dirty="0"/>
              <a:t> LDS : Veuillez confirmer si cet appareil est un modèle LDS de levage. Si oui, cliquez sur le bouton vert pour lancer le test ; sinon, cliquez sur le bouton rouge pour passer.</a:t>
            </a:r>
            <a:endParaRPr sz="1400" i="0" u="none" strike="noStrike" cap="none" dirty="0">
              <a:solidFill>
                <a:srgbClr val="000000"/>
              </a:solidFill>
              <a:latin typeface="Arial"/>
              <a:ea typeface="Arial"/>
              <a:cs typeface="Arial"/>
              <a:sym typeface="Arial"/>
            </a:endParaRPr>
          </a:p>
        </p:txBody>
      </p:sp>
      <p:sp>
        <p:nvSpPr>
          <p:cNvPr id="432" name="Google Shape;432;p17"/>
          <p:cNvSpPr txBox="1"/>
          <p:nvPr/>
        </p:nvSpPr>
        <p:spPr>
          <a:xfrm>
            <a:off x="2806065" y="2627630"/>
            <a:ext cx="4064000" cy="306705"/>
          </a:xfrm>
          <a:prstGeom prst="rect">
            <a:avLst/>
          </a:prstGeom>
          <a:noFill/>
          <a:ln>
            <a:noFill/>
          </a:ln>
        </p:spPr>
        <p:txBody>
          <a:bodyPr spcFirstLastPara="1" wrap="square" lIns="91425" tIns="45700" rIns="91425" bIns="45700" anchor="t" anchorCtr="0">
            <a:spAutoFit/>
          </a:bodyPr>
          <a:lstStyle/>
          <a:p>
            <a:pPr lvl="0"/>
            <a:r>
              <a:rPr lang="en-US" dirty="0">
                <a:solidFill>
                  <a:schemeClr val="dk1"/>
                </a:solidFill>
                <a:highlight>
                  <a:srgbClr val="FF0000"/>
                </a:highlight>
              </a:rPr>
              <a:t>Test de </a:t>
            </a:r>
            <a:r>
              <a:rPr lang="en-US" dirty="0" err="1">
                <a:solidFill>
                  <a:schemeClr val="dk1"/>
                </a:solidFill>
                <a:highlight>
                  <a:srgbClr val="FF0000"/>
                </a:highlight>
              </a:rPr>
              <a:t>levage</a:t>
            </a:r>
            <a:r>
              <a:rPr lang="en-US" dirty="0">
                <a:solidFill>
                  <a:schemeClr val="dk1"/>
                </a:solidFill>
                <a:highlight>
                  <a:srgbClr val="FF0000"/>
                </a:highlight>
              </a:rPr>
              <a:t> LDS</a:t>
            </a:r>
            <a:endParaRPr sz="1400" b="0" i="0" u="none" strike="noStrike" cap="none" dirty="0">
              <a:solidFill>
                <a:schemeClr val="dk1"/>
              </a:solidFill>
              <a:highlight>
                <a:srgbClr val="FF0000"/>
              </a:highlight>
              <a:latin typeface="Arial"/>
              <a:ea typeface="Arial"/>
              <a:cs typeface="Arial"/>
              <a:sym typeface="Arial"/>
            </a:endParaRPr>
          </a:p>
        </p:txBody>
      </p:sp>
      <p:sp>
        <p:nvSpPr>
          <p:cNvPr id="433" name="Google Shape;433;p17"/>
          <p:cNvSpPr txBox="1"/>
          <p:nvPr/>
        </p:nvSpPr>
        <p:spPr>
          <a:xfrm>
            <a:off x="4681220" y="3931920"/>
            <a:ext cx="6577965" cy="306705"/>
          </a:xfrm>
          <a:prstGeom prst="rect">
            <a:avLst/>
          </a:prstGeom>
          <a:noFill/>
          <a:ln>
            <a:noFill/>
          </a:ln>
        </p:spPr>
        <p:txBody>
          <a:bodyPr spcFirstLastPara="1" wrap="square" lIns="91425" tIns="45700" rIns="91425" bIns="45700" anchor="t" anchorCtr="0">
            <a:spAutoFit/>
          </a:bodyPr>
          <a:lstStyle/>
          <a:p>
            <a:pPr lvl="0"/>
            <a:r>
              <a:rPr lang="fr-FR" dirty="0">
                <a:solidFill>
                  <a:schemeClr val="dk1"/>
                </a:solidFill>
                <a:highlight>
                  <a:srgbClr val="00FF00"/>
                </a:highlight>
              </a:rPr>
              <a:t>Oui, c’est un LDS de levage. </a:t>
            </a:r>
            <a:r>
              <a:rPr lang="fr-FR" dirty="0">
                <a:solidFill>
                  <a:schemeClr val="dk1"/>
                </a:solidFill>
                <a:highlight>
                  <a:srgbClr val="FF0000"/>
                </a:highlight>
              </a:rPr>
              <a:t>Non, passer</a:t>
            </a:r>
            <a:r>
              <a:rPr lang="fr-FR" dirty="0">
                <a:solidFill>
                  <a:schemeClr val="dk1"/>
                </a:solidFill>
                <a:highlight>
                  <a:srgbClr val="00FF00"/>
                </a:highlight>
              </a:rPr>
              <a:t>.</a:t>
            </a:r>
            <a:endParaRPr sz="1400" b="0" i="0" u="none" strike="noStrike" cap="none" dirty="0">
              <a:solidFill>
                <a:schemeClr val="dk1"/>
              </a:solidFill>
              <a:highlight>
                <a:srgbClr val="00FF00"/>
              </a:highlight>
              <a:latin typeface="Arial"/>
              <a:ea typeface="Arial"/>
              <a:cs typeface="Arial"/>
              <a:sym typeface="Arial"/>
            </a:endParaRPr>
          </a:p>
        </p:txBody>
      </p:sp>
      <p:sp>
        <p:nvSpPr>
          <p:cNvPr id="434" name="Google Shape;434;p17"/>
          <p:cNvSpPr txBox="1"/>
          <p:nvPr/>
        </p:nvSpPr>
        <p:spPr>
          <a:xfrm>
            <a:off x="3440430" y="3279458"/>
            <a:ext cx="5080000" cy="306705"/>
          </a:xfrm>
          <a:prstGeom prst="rect">
            <a:avLst/>
          </a:prstGeom>
          <a:noFill/>
          <a:ln>
            <a:noFill/>
          </a:ln>
        </p:spPr>
        <p:txBody>
          <a:bodyPr spcFirstLastPara="1" wrap="square" lIns="91425" tIns="45700" rIns="91425" bIns="45700" anchor="t" anchorCtr="0">
            <a:spAutoFit/>
          </a:bodyPr>
          <a:lstStyle/>
          <a:p>
            <a:pPr lvl="0"/>
            <a:r>
              <a:rPr lang="fr-FR" dirty="0">
                <a:solidFill>
                  <a:schemeClr val="dk1"/>
                </a:solidFill>
                <a:highlight>
                  <a:srgbClr val="FF0000"/>
                </a:highlight>
              </a:rPr>
              <a:t>L’appareil actuel est-il équipé d’un LDS de levage ?</a:t>
            </a:r>
            <a:endParaRPr sz="1400" b="0" i="0" u="none" strike="noStrike" cap="none" dirty="0">
              <a:solidFill>
                <a:schemeClr val="dk1"/>
              </a:solidFill>
              <a:highlight>
                <a:srgbClr val="FF0000"/>
              </a:highlight>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pic>
        <p:nvPicPr>
          <p:cNvPr id="439" name="Google Shape;439;p18"/>
          <p:cNvPicPr preferRelativeResize="0"/>
          <p:nvPr/>
        </p:nvPicPr>
        <p:blipFill rotWithShape="1">
          <a:blip r:embed="rId3">
            <a:alphaModFix/>
          </a:blip>
          <a:srcRect/>
          <a:stretch/>
        </p:blipFill>
        <p:spPr>
          <a:xfrm>
            <a:off x="476250" y="1981200"/>
            <a:ext cx="11239500" cy="2895600"/>
          </a:xfrm>
          <a:prstGeom prst="rect">
            <a:avLst/>
          </a:prstGeom>
          <a:noFill/>
          <a:ln>
            <a:noFill/>
          </a:ln>
        </p:spPr>
      </p:pic>
      <p:sp>
        <p:nvSpPr>
          <p:cNvPr id="440" name="Google Shape;440;p18"/>
          <p:cNvSpPr txBox="1">
            <a:spLocks noGrp="1"/>
          </p:cNvSpPr>
          <p:nvPr>
            <p:ph type="sldNum" idx="12"/>
          </p:nvPr>
        </p:nvSpPr>
        <p:spPr>
          <a:xfrm>
            <a:off x="342900" y="617029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00"/>
              <a:buNone/>
            </a:pPr>
            <a:r>
              <a:rPr lang="en-US"/>
              <a:t>Page.</a:t>
            </a:r>
            <a:fld id="{00000000-1234-1234-1234-123412341234}" type="slidenum">
              <a:rPr lang="en-US"/>
              <a:t>12</a:t>
            </a:fld>
            <a:endParaRPr/>
          </a:p>
        </p:txBody>
      </p:sp>
      <p:sp>
        <p:nvSpPr>
          <p:cNvPr id="441" name="Google Shape;441;p18"/>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i="0" u="none" strike="noStrike" cap="none" dirty="0">
                <a:solidFill>
                  <a:schemeClr val="dk1"/>
                </a:solidFill>
                <a:latin typeface="Microsoft Yahei"/>
                <a:ea typeface="Microsoft Yahei"/>
                <a:cs typeface="Microsoft Yahei"/>
                <a:sym typeface="Microsoft Yahei"/>
              </a:rPr>
              <a:t>2. </a:t>
            </a:r>
            <a:r>
              <a:rPr lang="en-US" sz="1800" b="1" dirty="0">
                <a:solidFill>
                  <a:schemeClr val="dk1"/>
                </a:solidFill>
                <a:latin typeface="Microsoft Yahei"/>
                <a:ea typeface="Microsoft Yahei"/>
                <a:cs typeface="Microsoft Yahei"/>
                <a:sym typeface="Microsoft Yahei"/>
              </a:rPr>
              <a:t>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442" name="Google Shape;442;p18"/>
          <p:cNvSpPr txBox="1"/>
          <p:nvPr/>
        </p:nvSpPr>
        <p:spPr>
          <a:xfrm>
            <a:off x="342900" y="575310"/>
            <a:ext cx="11132820" cy="73723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400" b="1" i="0" u="none" strike="noStrike" cap="none">
                <a:solidFill>
                  <a:srgbClr val="000000"/>
                </a:solidFill>
                <a:latin typeface="Arial"/>
                <a:ea typeface="Arial"/>
                <a:cs typeface="Arial"/>
                <a:sym typeface="Arial"/>
              </a:rPr>
              <a:t>LED: </a:t>
            </a:r>
            <a:r>
              <a:rPr lang="en-US" sz="1400" b="0" i="0" u="none" strike="noStrike" cap="none">
                <a:solidFill>
                  <a:srgbClr val="000000"/>
                </a:solidFill>
                <a:latin typeface="Arial"/>
                <a:ea typeface="Arial"/>
                <a:cs typeface="Arial"/>
                <a:sym typeface="Arial"/>
              </a:rPr>
              <a:t>Seven lighting effects are to be shown in turn: Auto white/orange, Back white/orange, and LED board red/green/blue. The operator is required to click either "Normal" or "Abnormal" for confirmation.</a:t>
            </a:r>
            <a:endParaRPr sz="1400" b="0" i="0" u="none" strike="noStrike" cap="none">
              <a:solidFill>
                <a:srgbClr val="000000"/>
              </a:solidFill>
              <a:latin typeface="Arial"/>
              <a:ea typeface="Arial"/>
              <a:cs typeface="Arial"/>
              <a:sym typeface="Arial"/>
            </a:endParaRPr>
          </a:p>
        </p:txBody>
      </p:sp>
      <p:sp>
        <p:nvSpPr>
          <p:cNvPr id="443" name="Google Shape;443;p18"/>
          <p:cNvSpPr txBox="1"/>
          <p:nvPr/>
        </p:nvSpPr>
        <p:spPr>
          <a:xfrm>
            <a:off x="2806065" y="2997835"/>
            <a:ext cx="4064000" cy="306705"/>
          </a:xfrm>
          <a:prstGeom prst="rect">
            <a:avLst/>
          </a:prstGeom>
          <a:noFill/>
          <a:ln>
            <a:noFill/>
          </a:ln>
        </p:spPr>
        <p:txBody>
          <a:bodyPr spcFirstLastPara="1" wrap="square" lIns="91425" tIns="45700" rIns="91425" bIns="45700" anchor="t" anchorCtr="0">
            <a:spAutoFit/>
          </a:bodyPr>
          <a:lstStyle/>
          <a:p>
            <a:pPr lvl="0"/>
            <a:r>
              <a:rPr lang="en-US" dirty="0">
                <a:solidFill>
                  <a:schemeClr val="dk1"/>
                </a:solidFill>
              </a:rPr>
              <a:t>LED Test</a:t>
            </a:r>
            <a:endParaRPr sz="1400" b="0" i="0" u="none" strike="noStrike" cap="none" dirty="0">
              <a:solidFill>
                <a:schemeClr val="dk1"/>
              </a:solidFill>
              <a:highlight>
                <a:srgbClr val="FF0000"/>
              </a:highlight>
              <a:latin typeface="Arial"/>
              <a:ea typeface="Arial"/>
              <a:cs typeface="Arial"/>
              <a:sym typeface="Arial"/>
            </a:endParaRPr>
          </a:p>
        </p:txBody>
      </p:sp>
      <p:sp>
        <p:nvSpPr>
          <p:cNvPr id="444" name="Google Shape;444;p18"/>
          <p:cNvSpPr txBox="1"/>
          <p:nvPr/>
        </p:nvSpPr>
        <p:spPr>
          <a:xfrm>
            <a:off x="4197985" y="4570095"/>
            <a:ext cx="3050540" cy="306705"/>
          </a:xfrm>
          <a:prstGeom prst="rect">
            <a:avLst/>
          </a:prstGeom>
          <a:noFill/>
          <a:ln>
            <a:noFill/>
          </a:ln>
        </p:spPr>
        <p:txBody>
          <a:bodyPr spcFirstLastPara="1" wrap="square" lIns="91425" tIns="45700" rIns="91425" bIns="45700" anchor="t" anchorCtr="0">
            <a:spAutoFit/>
          </a:bodyPr>
          <a:lstStyle/>
          <a:p>
            <a:pPr lvl="0"/>
            <a:r>
              <a:rPr lang="en-US" dirty="0">
                <a:solidFill>
                  <a:schemeClr val="dk1"/>
                </a:solidFill>
                <a:highlight>
                  <a:srgbClr val="00FF00"/>
                </a:highlight>
              </a:rPr>
              <a:t>Normal (passe)</a:t>
            </a:r>
            <a:r>
              <a:rPr lang="en-US" dirty="0">
                <a:solidFill>
                  <a:schemeClr val="dk1"/>
                </a:solidFill>
                <a:highlight>
                  <a:srgbClr val="FF0000"/>
                </a:highlight>
              </a:rPr>
              <a:t> Anormal (</a:t>
            </a:r>
            <a:r>
              <a:rPr lang="en-US" dirty="0" err="1">
                <a:solidFill>
                  <a:schemeClr val="dk1"/>
                </a:solidFill>
                <a:highlight>
                  <a:srgbClr val="FF0000"/>
                </a:highlight>
              </a:rPr>
              <a:t>échec</a:t>
            </a:r>
            <a:r>
              <a:rPr lang="en-US" dirty="0">
                <a:solidFill>
                  <a:schemeClr val="dk1"/>
                </a:solidFill>
                <a:highlight>
                  <a:srgbClr val="FF0000"/>
                </a:highlight>
              </a:rPr>
              <a:t>)</a:t>
            </a:r>
            <a:endParaRPr sz="1400" b="0" i="0" u="none" strike="noStrike" cap="none" dirty="0">
              <a:solidFill>
                <a:schemeClr val="dk1"/>
              </a:solidFill>
              <a:highlight>
                <a:srgbClr val="FF0000"/>
              </a:highlight>
              <a:latin typeface="Arial"/>
              <a:ea typeface="Arial"/>
              <a:cs typeface="Arial"/>
              <a:sym typeface="Arial"/>
            </a:endParaRPr>
          </a:p>
        </p:txBody>
      </p:sp>
      <p:sp>
        <p:nvSpPr>
          <p:cNvPr id="445" name="Google Shape;445;p18"/>
          <p:cNvSpPr txBox="1"/>
          <p:nvPr/>
        </p:nvSpPr>
        <p:spPr>
          <a:xfrm>
            <a:off x="3656330" y="3736340"/>
            <a:ext cx="7482205" cy="306705"/>
          </a:xfrm>
          <a:prstGeom prst="rect">
            <a:avLst/>
          </a:prstGeom>
          <a:noFill/>
          <a:ln>
            <a:noFill/>
          </a:ln>
        </p:spPr>
        <p:txBody>
          <a:bodyPr spcFirstLastPara="1" wrap="square" lIns="91425" tIns="45700" rIns="91425" bIns="45700" anchor="t" anchorCtr="0">
            <a:spAutoFit/>
          </a:bodyPr>
          <a:lstStyle/>
          <a:p>
            <a:pPr lvl="0"/>
            <a:r>
              <a:rPr lang="fr-FR" dirty="0">
                <a:solidFill>
                  <a:schemeClr val="dk1"/>
                </a:solidFill>
              </a:rPr>
              <a:t>Les effets d’éclairage ont été entièrement affichés. Veuillez confirmer s’ils sont normaux</a:t>
            </a:r>
            <a:r>
              <a:rPr lang="en-US" sz="1400" b="0" i="0" u="none" strike="noStrike" cap="none" dirty="0">
                <a:solidFill>
                  <a:schemeClr val="dk1"/>
                </a:solidFill>
                <a:highlight>
                  <a:srgbClr val="FF0000"/>
                </a:highlight>
                <a:latin typeface="Arial"/>
                <a:ea typeface="Arial"/>
                <a:cs typeface="Arial"/>
                <a:sym typeface="Arial"/>
              </a:rPr>
              <a:t>.</a:t>
            </a:r>
            <a:endParaRPr sz="1400" b="0" i="0" u="none" strike="noStrike" cap="none" dirty="0">
              <a:solidFill>
                <a:schemeClr val="dk1"/>
              </a:solidFill>
              <a:highlight>
                <a:srgbClr val="FF0000"/>
              </a:highlight>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pic>
        <p:nvPicPr>
          <p:cNvPr id="450" name="Google Shape;450;p19"/>
          <p:cNvPicPr preferRelativeResize="0"/>
          <p:nvPr/>
        </p:nvPicPr>
        <p:blipFill rotWithShape="1">
          <a:blip r:embed="rId3">
            <a:alphaModFix/>
          </a:blip>
          <a:srcRect/>
          <a:stretch/>
        </p:blipFill>
        <p:spPr>
          <a:xfrm>
            <a:off x="469900" y="1312545"/>
            <a:ext cx="10552430" cy="2139315"/>
          </a:xfrm>
          <a:prstGeom prst="rect">
            <a:avLst/>
          </a:prstGeom>
          <a:noFill/>
          <a:ln>
            <a:noFill/>
          </a:ln>
        </p:spPr>
      </p:pic>
      <p:sp>
        <p:nvSpPr>
          <p:cNvPr id="451" name="Google Shape;451;p19"/>
          <p:cNvSpPr txBox="1">
            <a:spLocks noGrp="1"/>
          </p:cNvSpPr>
          <p:nvPr>
            <p:ph type="sldNum" idx="12"/>
          </p:nvPr>
        </p:nvSpPr>
        <p:spPr>
          <a:xfrm>
            <a:off x="342900" y="6170295"/>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00"/>
              <a:buNone/>
            </a:pPr>
            <a:r>
              <a:rPr lang="en-US"/>
              <a:t>Page.</a:t>
            </a:r>
            <a:fld id="{00000000-1234-1234-1234-123412341234}" type="slidenum">
              <a:rPr lang="en-US"/>
              <a:t>13</a:t>
            </a:fld>
            <a:endParaRPr/>
          </a:p>
        </p:txBody>
      </p:sp>
      <p:sp>
        <p:nvSpPr>
          <p:cNvPr id="452" name="Google Shape;452;p19"/>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i="0" u="none" strike="noStrike" cap="none" dirty="0">
                <a:solidFill>
                  <a:schemeClr val="dk1"/>
                </a:solidFill>
                <a:latin typeface="Microsoft Yahei"/>
                <a:ea typeface="Microsoft Yahei"/>
                <a:cs typeface="Microsoft Yahei"/>
                <a:sym typeface="Microsoft Yahei"/>
              </a:rPr>
              <a:t>2. </a:t>
            </a:r>
            <a:r>
              <a:rPr lang="en-US" sz="1800" b="1" dirty="0">
                <a:solidFill>
                  <a:schemeClr val="dk1"/>
                </a:solidFill>
                <a:latin typeface="Microsoft Yahei"/>
                <a:ea typeface="Microsoft Yahei"/>
                <a:cs typeface="Microsoft Yahei"/>
                <a:sym typeface="Microsoft Yahei"/>
              </a:rPr>
              <a:t>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453" name="Google Shape;453;p19"/>
          <p:cNvSpPr txBox="1"/>
          <p:nvPr/>
        </p:nvSpPr>
        <p:spPr>
          <a:xfrm>
            <a:off x="342900" y="575310"/>
            <a:ext cx="11132820" cy="692457"/>
          </a:xfrm>
          <a:prstGeom prst="rect">
            <a:avLst/>
          </a:prstGeom>
          <a:noFill/>
          <a:ln>
            <a:noFill/>
          </a:ln>
        </p:spPr>
        <p:txBody>
          <a:bodyPr spcFirstLastPara="1" wrap="square" lIns="91425" tIns="45700" rIns="91425" bIns="45700" anchor="t" anchorCtr="0">
            <a:spAutoFit/>
          </a:bodyPr>
          <a:lstStyle/>
          <a:p>
            <a:pPr lvl="0">
              <a:lnSpc>
                <a:spcPct val="150000"/>
              </a:lnSpc>
            </a:pPr>
            <a:r>
              <a:rPr lang="en-US" sz="1400" b="1" i="0" u="none" strike="noStrike" cap="none" dirty="0">
                <a:solidFill>
                  <a:srgbClr val="000000"/>
                </a:solidFill>
                <a:latin typeface="Arial"/>
                <a:ea typeface="Arial"/>
                <a:cs typeface="Arial"/>
                <a:sym typeface="Arial"/>
              </a:rPr>
              <a:t>Drive Wheel: </a:t>
            </a:r>
            <a:r>
              <a:rPr lang="fr-FR" sz="1200" b="1" dirty="0"/>
              <a:t>Roue motrice </a:t>
            </a:r>
            <a:r>
              <a:rPr lang="fr-FR" sz="1200" dirty="0"/>
              <a:t>Suivez l’invite pour soulever la machine. Après avoir cliqué sur « Démarrer le test », les roues motrices gauche et droite tournent vers l’avant à une vitesse de 300 mm/s. La vitesse doit être comprise entre 285 et 315 mm/s, et le courant doit être de ≥30 mA</a:t>
            </a:r>
            <a:r>
              <a:rPr lang="fr-FR" sz="1200" b="1" dirty="0"/>
              <a:t>.</a:t>
            </a:r>
            <a:endParaRPr sz="1400" b="0" i="0" u="none" strike="noStrike" cap="none" dirty="0">
              <a:solidFill>
                <a:srgbClr val="000000"/>
              </a:solidFill>
              <a:latin typeface="Arial"/>
              <a:ea typeface="Arial"/>
              <a:cs typeface="Arial"/>
              <a:sym typeface="Arial"/>
            </a:endParaRPr>
          </a:p>
        </p:txBody>
      </p:sp>
      <p:sp>
        <p:nvSpPr>
          <p:cNvPr id="454" name="Google Shape;454;p19"/>
          <p:cNvSpPr txBox="1"/>
          <p:nvPr/>
        </p:nvSpPr>
        <p:spPr>
          <a:xfrm>
            <a:off x="2473960" y="2079625"/>
            <a:ext cx="4064000" cy="306705"/>
          </a:xfrm>
          <a:prstGeom prst="rect">
            <a:avLst/>
          </a:prstGeom>
          <a:noFill/>
          <a:ln>
            <a:noFill/>
          </a:ln>
        </p:spPr>
        <p:txBody>
          <a:bodyPr spcFirstLastPara="1" wrap="square" lIns="91425" tIns="45700" rIns="91425" bIns="45700" anchor="t" anchorCtr="0">
            <a:spAutoFit/>
          </a:bodyPr>
          <a:lstStyle/>
          <a:p>
            <a:pPr lvl="0"/>
            <a:r>
              <a:rPr lang="en-US" dirty="0">
                <a:solidFill>
                  <a:schemeClr val="dk1"/>
                </a:solidFill>
                <a:highlight>
                  <a:srgbClr val="FF0000"/>
                </a:highlight>
              </a:rPr>
              <a:t>Test de roue </a:t>
            </a:r>
            <a:r>
              <a:rPr lang="en-US" dirty="0" err="1">
                <a:solidFill>
                  <a:schemeClr val="dk1"/>
                </a:solidFill>
                <a:highlight>
                  <a:srgbClr val="FF0000"/>
                </a:highlight>
              </a:rPr>
              <a:t>motrice</a:t>
            </a:r>
            <a:endParaRPr sz="1400" b="0" i="0" u="none" strike="noStrike" cap="none" dirty="0">
              <a:solidFill>
                <a:schemeClr val="dk1"/>
              </a:solidFill>
              <a:highlight>
                <a:srgbClr val="FF0000"/>
              </a:highlight>
              <a:latin typeface="Arial"/>
              <a:ea typeface="Arial"/>
              <a:cs typeface="Arial"/>
              <a:sym typeface="Arial"/>
            </a:endParaRPr>
          </a:p>
        </p:txBody>
      </p:sp>
      <p:sp>
        <p:nvSpPr>
          <p:cNvPr id="455" name="Google Shape;455;p19"/>
          <p:cNvSpPr txBox="1"/>
          <p:nvPr/>
        </p:nvSpPr>
        <p:spPr>
          <a:xfrm>
            <a:off x="3444875" y="3126740"/>
            <a:ext cx="5756275" cy="306705"/>
          </a:xfrm>
          <a:prstGeom prst="rect">
            <a:avLst/>
          </a:prstGeom>
          <a:noFill/>
          <a:ln>
            <a:noFill/>
          </a:ln>
        </p:spPr>
        <p:txBody>
          <a:bodyPr spcFirstLastPara="1" wrap="square" lIns="91425" tIns="45700" rIns="91425" bIns="45700" anchor="t" anchorCtr="0">
            <a:spAutoFit/>
          </a:bodyPr>
          <a:lstStyle/>
          <a:p>
            <a:pPr lvl="0"/>
            <a:r>
              <a:rPr lang="fr-FR" dirty="0">
                <a:solidFill>
                  <a:schemeClr val="dk1"/>
                </a:solidFill>
                <a:highlight>
                  <a:srgbClr val="00FF00"/>
                </a:highlight>
              </a:rPr>
              <a:t>Le robot a été soulevé. Commencez le test. (cliquez ici)</a:t>
            </a:r>
            <a:endParaRPr sz="1400" b="0" i="0" u="none" strike="noStrike" cap="none" dirty="0">
              <a:solidFill>
                <a:schemeClr val="dk1"/>
              </a:solidFill>
              <a:highlight>
                <a:srgbClr val="00FF00"/>
              </a:highlight>
              <a:latin typeface="Arial"/>
              <a:ea typeface="Arial"/>
              <a:cs typeface="Arial"/>
              <a:sym typeface="Arial"/>
            </a:endParaRPr>
          </a:p>
        </p:txBody>
      </p:sp>
      <p:sp>
        <p:nvSpPr>
          <p:cNvPr id="456" name="Google Shape;456;p19"/>
          <p:cNvSpPr txBox="1"/>
          <p:nvPr/>
        </p:nvSpPr>
        <p:spPr>
          <a:xfrm>
            <a:off x="4104640" y="2437130"/>
            <a:ext cx="7179310" cy="521970"/>
          </a:xfrm>
          <a:prstGeom prst="rect">
            <a:avLst/>
          </a:prstGeom>
          <a:noFill/>
          <a:ln>
            <a:noFill/>
          </a:ln>
        </p:spPr>
        <p:txBody>
          <a:bodyPr spcFirstLastPara="1" wrap="square" lIns="91425" tIns="45700" rIns="91425" bIns="45700" anchor="t" anchorCtr="0">
            <a:spAutoFit/>
          </a:bodyPr>
          <a:lstStyle/>
          <a:p>
            <a:pPr lvl="0"/>
            <a:r>
              <a:rPr lang="fr-FR" dirty="0">
                <a:solidFill>
                  <a:schemeClr val="dk1"/>
                </a:solidFill>
                <a:highlight>
                  <a:srgbClr val="FF0000"/>
                </a:highlight>
              </a:rPr>
              <a:t>Veuillez soulever le robot pour vous assurer que les roues motrices sont bien au-dessus du sol, puis cliquez sur le bouton Start pour continuer.</a:t>
            </a:r>
            <a:endParaRPr sz="1400" b="0" i="0" u="none" strike="noStrike" cap="none" dirty="0">
              <a:solidFill>
                <a:schemeClr val="dk1"/>
              </a:solidFill>
              <a:highlight>
                <a:srgbClr val="FF0000"/>
              </a:highlight>
              <a:latin typeface="Arial"/>
              <a:ea typeface="Arial"/>
              <a:cs typeface="Arial"/>
              <a:sym typeface="Arial"/>
            </a:endParaRPr>
          </a:p>
        </p:txBody>
      </p:sp>
      <p:sp>
        <p:nvSpPr>
          <p:cNvPr id="457" name="Google Shape;457;p19"/>
          <p:cNvSpPr txBox="1"/>
          <p:nvPr/>
        </p:nvSpPr>
        <p:spPr>
          <a:xfrm>
            <a:off x="469900" y="3406140"/>
            <a:ext cx="11132820" cy="737235"/>
          </a:xfrm>
          <a:prstGeom prst="rect">
            <a:avLst/>
          </a:prstGeom>
          <a:noFill/>
          <a:ln>
            <a:noFill/>
          </a:ln>
        </p:spPr>
        <p:txBody>
          <a:bodyPr spcFirstLastPara="1" wrap="square" lIns="91425" tIns="45700" rIns="91425" bIns="45700" anchor="t" anchorCtr="0">
            <a:spAutoFit/>
          </a:bodyPr>
          <a:lstStyle/>
          <a:p>
            <a:pPr lvl="0">
              <a:lnSpc>
                <a:spcPct val="150000"/>
              </a:lnSpc>
            </a:pPr>
            <a:r>
              <a:rPr lang="en-US" sz="1400" b="1" i="0" u="none" strike="noStrike" cap="none" dirty="0">
                <a:solidFill>
                  <a:srgbClr val="000000"/>
                </a:solidFill>
                <a:latin typeface="Arial"/>
                <a:ea typeface="Arial"/>
                <a:cs typeface="Arial"/>
                <a:sym typeface="Arial"/>
              </a:rPr>
              <a:t>Mop: </a:t>
            </a:r>
            <a:r>
              <a:rPr lang="fr-FR" b="1" dirty="0"/>
              <a:t>MOP </a:t>
            </a:r>
            <a:r>
              <a:rPr lang="fr-FR" dirty="0"/>
              <a:t>Selon le modèle de machine testé, choisissez le type de toile de serpillière approprié — soit la série Rouleau/Chenille, soit la série Double disque</a:t>
            </a:r>
            <a:r>
              <a:rPr lang="en-US" sz="1400" i="0" u="none" strike="noStrike" cap="none" dirty="0">
                <a:solidFill>
                  <a:srgbClr val="000000"/>
                </a:solidFill>
                <a:latin typeface="Arial"/>
                <a:ea typeface="Arial"/>
                <a:cs typeface="Arial"/>
                <a:sym typeface="Arial"/>
              </a:rPr>
              <a:t>.</a:t>
            </a:r>
            <a:endParaRPr sz="1400" i="0" u="none" strike="noStrike" cap="none" dirty="0">
              <a:solidFill>
                <a:srgbClr val="000000"/>
              </a:solidFill>
              <a:latin typeface="Arial"/>
              <a:ea typeface="Arial"/>
              <a:cs typeface="Arial"/>
              <a:sym typeface="Arial"/>
            </a:endParaRPr>
          </a:p>
        </p:txBody>
      </p:sp>
      <p:pic>
        <p:nvPicPr>
          <p:cNvPr id="458" name="Google Shape;458;p19"/>
          <p:cNvPicPr preferRelativeResize="0"/>
          <p:nvPr/>
        </p:nvPicPr>
        <p:blipFill rotWithShape="1">
          <a:blip r:embed="rId4">
            <a:alphaModFix/>
          </a:blip>
          <a:srcRect/>
          <a:stretch/>
        </p:blipFill>
        <p:spPr>
          <a:xfrm>
            <a:off x="469900" y="4138930"/>
            <a:ext cx="10748645" cy="2092325"/>
          </a:xfrm>
          <a:prstGeom prst="rect">
            <a:avLst/>
          </a:prstGeom>
          <a:noFill/>
          <a:ln>
            <a:noFill/>
          </a:ln>
        </p:spPr>
      </p:pic>
      <p:sp>
        <p:nvSpPr>
          <p:cNvPr id="459" name="Google Shape;459;p19"/>
          <p:cNvSpPr txBox="1"/>
          <p:nvPr/>
        </p:nvSpPr>
        <p:spPr>
          <a:xfrm>
            <a:off x="2355215" y="4885690"/>
            <a:ext cx="4064000" cy="306705"/>
          </a:xfrm>
          <a:prstGeom prst="rect">
            <a:avLst/>
          </a:prstGeom>
          <a:noFill/>
          <a:ln>
            <a:noFill/>
          </a:ln>
        </p:spPr>
        <p:txBody>
          <a:bodyPr spcFirstLastPara="1" wrap="square" lIns="91425" tIns="45700" rIns="91425" bIns="45700" anchor="t" anchorCtr="0">
            <a:spAutoFit/>
          </a:bodyPr>
          <a:lstStyle/>
          <a:p>
            <a:pPr lvl="0"/>
            <a:r>
              <a:rPr lang="en-US" dirty="0">
                <a:solidFill>
                  <a:schemeClr val="dk1"/>
                </a:solidFill>
                <a:highlight>
                  <a:srgbClr val="FF0000"/>
                </a:highlight>
              </a:rPr>
              <a:t>Test de la </a:t>
            </a:r>
            <a:r>
              <a:rPr lang="en-US" dirty="0" err="1">
                <a:solidFill>
                  <a:schemeClr val="dk1"/>
                </a:solidFill>
                <a:highlight>
                  <a:srgbClr val="FF0000"/>
                </a:highlight>
              </a:rPr>
              <a:t>serpillière</a:t>
            </a:r>
            <a:endParaRPr sz="1400" b="0" i="0" u="none" strike="noStrike" cap="none" dirty="0">
              <a:solidFill>
                <a:schemeClr val="dk1"/>
              </a:solidFill>
              <a:highlight>
                <a:srgbClr val="FF0000"/>
              </a:highlight>
              <a:latin typeface="Arial"/>
              <a:ea typeface="Arial"/>
              <a:cs typeface="Arial"/>
              <a:sym typeface="Arial"/>
            </a:endParaRPr>
          </a:p>
        </p:txBody>
      </p:sp>
      <p:sp>
        <p:nvSpPr>
          <p:cNvPr id="460" name="Google Shape;460;p19"/>
          <p:cNvSpPr txBox="1"/>
          <p:nvPr/>
        </p:nvSpPr>
        <p:spPr>
          <a:xfrm>
            <a:off x="2473960" y="5324475"/>
            <a:ext cx="6096000" cy="306705"/>
          </a:xfrm>
          <a:prstGeom prst="rect">
            <a:avLst/>
          </a:prstGeom>
          <a:noFill/>
          <a:ln>
            <a:noFill/>
          </a:ln>
        </p:spPr>
        <p:txBody>
          <a:bodyPr spcFirstLastPara="1" wrap="square" lIns="91425" tIns="45700" rIns="91425" bIns="45700" anchor="t" anchorCtr="0">
            <a:spAutoFit/>
          </a:bodyPr>
          <a:lstStyle/>
          <a:p>
            <a:pPr lvl="0"/>
            <a:r>
              <a:rPr lang="fr-FR" dirty="0">
                <a:solidFill>
                  <a:schemeClr val="dk1"/>
                </a:solidFill>
                <a:highlight>
                  <a:srgbClr val="FF0000"/>
                </a:highlight>
              </a:rPr>
              <a:t>Veuillez choisir le type de toile de serpillière</a:t>
            </a:r>
            <a:r>
              <a:rPr lang="en-US" sz="1400" b="0" i="0" u="none" strike="noStrike" cap="none" dirty="0">
                <a:solidFill>
                  <a:schemeClr val="dk1"/>
                </a:solidFill>
                <a:highlight>
                  <a:srgbClr val="FF0000"/>
                </a:highlight>
                <a:latin typeface="Arial"/>
                <a:ea typeface="Arial"/>
                <a:cs typeface="Arial"/>
                <a:sym typeface="Arial"/>
              </a:rPr>
              <a:t>.</a:t>
            </a:r>
            <a:endParaRPr sz="1400" b="0" i="0" u="none" strike="noStrike" cap="none" dirty="0">
              <a:solidFill>
                <a:schemeClr val="dk1"/>
              </a:solidFill>
              <a:highlight>
                <a:srgbClr val="FF0000"/>
              </a:highlight>
              <a:latin typeface="Arial"/>
              <a:ea typeface="Arial"/>
              <a:cs typeface="Arial"/>
              <a:sym typeface="Arial"/>
            </a:endParaRPr>
          </a:p>
        </p:txBody>
      </p:sp>
      <p:sp>
        <p:nvSpPr>
          <p:cNvPr id="461" name="Google Shape;461;p19"/>
          <p:cNvSpPr txBox="1"/>
          <p:nvPr/>
        </p:nvSpPr>
        <p:spPr>
          <a:xfrm>
            <a:off x="862330" y="5692775"/>
            <a:ext cx="1297305" cy="3067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chemeClr val="dk1"/>
                </a:solidFill>
                <a:highlight>
                  <a:srgbClr val="00FF00"/>
                </a:highlight>
                <a:latin typeface="Arial"/>
                <a:ea typeface="Arial"/>
                <a:cs typeface="Arial"/>
                <a:sym typeface="Arial"/>
              </a:rPr>
              <a:t>Roller / Track</a:t>
            </a:r>
            <a:endParaRPr sz="1400" b="0" i="0" u="none" strike="noStrike" cap="none" dirty="0">
              <a:solidFill>
                <a:schemeClr val="dk1"/>
              </a:solidFill>
              <a:highlight>
                <a:srgbClr val="00FF00"/>
              </a:highlight>
              <a:latin typeface="Arial"/>
              <a:ea typeface="Arial"/>
              <a:cs typeface="Arial"/>
              <a:sym typeface="Arial"/>
            </a:endParaRPr>
          </a:p>
        </p:txBody>
      </p:sp>
      <p:sp>
        <p:nvSpPr>
          <p:cNvPr id="462" name="Google Shape;462;p19"/>
          <p:cNvSpPr txBox="1"/>
          <p:nvPr/>
        </p:nvSpPr>
        <p:spPr>
          <a:xfrm>
            <a:off x="2279650" y="5692775"/>
            <a:ext cx="1116330" cy="3067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chemeClr val="dk1"/>
                </a:solidFill>
                <a:highlight>
                  <a:srgbClr val="00FF00"/>
                </a:highlight>
                <a:latin typeface="Arial"/>
                <a:ea typeface="Arial"/>
                <a:cs typeface="Arial"/>
                <a:sym typeface="Arial"/>
              </a:rPr>
              <a:t>DoubleDisc</a:t>
            </a:r>
            <a:endParaRPr sz="1400" b="0" i="0" u="none" strike="noStrike" cap="none">
              <a:solidFill>
                <a:schemeClr val="dk1"/>
              </a:solidFill>
              <a:highlight>
                <a:srgbClr val="00FF00"/>
              </a:highlight>
              <a:latin typeface="Arial"/>
              <a:ea typeface="Arial"/>
              <a:cs typeface="Arial"/>
              <a:sym typeface="Arial"/>
            </a:endParaRPr>
          </a:p>
        </p:txBody>
      </p:sp>
      <p:sp>
        <p:nvSpPr>
          <p:cNvPr id="463" name="Google Shape;463;p19"/>
          <p:cNvSpPr txBox="1"/>
          <p:nvPr/>
        </p:nvSpPr>
        <p:spPr>
          <a:xfrm>
            <a:off x="4362450" y="5727700"/>
            <a:ext cx="6096000" cy="306705"/>
          </a:xfrm>
          <a:prstGeom prst="rect">
            <a:avLst/>
          </a:prstGeom>
          <a:noFill/>
          <a:ln>
            <a:noFill/>
          </a:ln>
        </p:spPr>
        <p:txBody>
          <a:bodyPr spcFirstLastPara="1" wrap="square" lIns="91425" tIns="45700" rIns="91425" bIns="45700" anchor="t" anchorCtr="0">
            <a:spAutoFit/>
          </a:bodyPr>
          <a:lstStyle/>
          <a:p>
            <a:pPr lvl="0"/>
            <a:r>
              <a:rPr lang="fr-FR" dirty="0">
                <a:solidFill>
                  <a:schemeClr val="dk1"/>
                </a:solidFill>
                <a:highlight>
                  <a:srgbClr val="00FF00"/>
                </a:highlight>
              </a:rPr>
              <a:t>Cliquez ici pour choisir le type de linge à serpillière pour votre test</a:t>
            </a:r>
            <a:r>
              <a:rPr lang="en-US" sz="1400" b="0" i="0" u="none" strike="noStrike" cap="none" dirty="0">
                <a:solidFill>
                  <a:schemeClr val="dk1"/>
                </a:solidFill>
                <a:highlight>
                  <a:srgbClr val="00FF00"/>
                </a:highlight>
                <a:latin typeface="Arial"/>
                <a:ea typeface="Arial"/>
                <a:cs typeface="Arial"/>
                <a:sym typeface="Arial"/>
              </a:rPr>
              <a:t>.</a:t>
            </a:r>
            <a:endParaRPr sz="1400" b="0" i="0" u="none" strike="noStrike" cap="none" dirty="0">
              <a:solidFill>
                <a:schemeClr val="dk1"/>
              </a:solidFill>
              <a:highlight>
                <a:srgbClr val="00FF00"/>
              </a:highlight>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pic>
        <p:nvPicPr>
          <p:cNvPr id="468" name="Google Shape;468;p20"/>
          <p:cNvPicPr preferRelativeResize="0"/>
          <p:nvPr/>
        </p:nvPicPr>
        <p:blipFill rotWithShape="1">
          <a:blip r:embed="rId3">
            <a:alphaModFix/>
          </a:blip>
          <a:srcRect/>
          <a:stretch/>
        </p:blipFill>
        <p:spPr>
          <a:xfrm>
            <a:off x="653415" y="2861945"/>
            <a:ext cx="9355455" cy="3376930"/>
          </a:xfrm>
          <a:prstGeom prst="rect">
            <a:avLst/>
          </a:prstGeom>
          <a:noFill/>
          <a:ln>
            <a:noFill/>
          </a:ln>
        </p:spPr>
      </p:pic>
      <p:sp>
        <p:nvSpPr>
          <p:cNvPr id="469" name="Google Shape;469;p20"/>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i="0" u="none" strike="noStrike" cap="none" dirty="0">
                <a:solidFill>
                  <a:schemeClr val="dk1"/>
                </a:solidFill>
                <a:latin typeface="Microsoft Yahei"/>
                <a:ea typeface="Microsoft Yahei"/>
                <a:cs typeface="Microsoft Yahei"/>
                <a:sym typeface="Microsoft Yahei"/>
              </a:rPr>
              <a:t>2. </a:t>
            </a:r>
            <a:r>
              <a:rPr lang="en-US" sz="1800" b="1" dirty="0">
                <a:solidFill>
                  <a:schemeClr val="dk1"/>
                </a:solidFill>
                <a:latin typeface="Microsoft Yahei"/>
                <a:ea typeface="Microsoft Yahei"/>
                <a:cs typeface="Microsoft Yahei"/>
                <a:sym typeface="Microsoft Yahei"/>
              </a:rPr>
              <a:t>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470" name="Google Shape;470;p20"/>
          <p:cNvSpPr txBox="1"/>
          <p:nvPr/>
        </p:nvSpPr>
        <p:spPr>
          <a:xfrm>
            <a:off x="342900" y="575310"/>
            <a:ext cx="11132820" cy="2308284"/>
          </a:xfrm>
          <a:prstGeom prst="rect">
            <a:avLst/>
          </a:prstGeom>
          <a:noFill/>
          <a:ln>
            <a:noFill/>
          </a:ln>
        </p:spPr>
        <p:txBody>
          <a:bodyPr spcFirstLastPara="1" wrap="square" lIns="91425" tIns="45700" rIns="91425" bIns="45700" anchor="t" anchorCtr="0">
            <a:spAutoFit/>
          </a:bodyPr>
          <a:lstStyle/>
          <a:p>
            <a:pPr lvl="0">
              <a:lnSpc>
                <a:spcPct val="150000"/>
              </a:lnSpc>
            </a:pPr>
            <a:r>
              <a:rPr lang="en-US" sz="1200" b="1" dirty="0"/>
              <a:t>Rapport de diagnostic</a:t>
            </a:r>
          </a:p>
          <a:p>
            <a:pPr marL="285750" lvl="0" indent="-285750">
              <a:lnSpc>
                <a:spcPct val="150000"/>
              </a:lnSpc>
              <a:buFont typeface="Arial" panose="020B0604020202020204" pitchFamily="34" charset="0"/>
              <a:buChar char="•"/>
            </a:pPr>
            <a:r>
              <a:rPr lang="fr-FR" sz="1200" dirty="0"/>
              <a:t>À la fin du test, un rapport formaté sera généré automatiquement. Le rapport contient les éléments suivants</a:t>
            </a:r>
            <a:r>
              <a:rPr lang="en-US" sz="1200" b="0" i="0" u="none" strike="noStrike" cap="none" dirty="0">
                <a:solidFill>
                  <a:srgbClr val="000000"/>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a:p>
            <a:pPr marL="285750" lvl="0" indent="-285750">
              <a:lnSpc>
                <a:spcPct val="150000"/>
              </a:lnSpc>
              <a:buSzPts val="1400"/>
              <a:buFont typeface="Arial"/>
              <a:buChar char="•"/>
            </a:pPr>
            <a:r>
              <a:rPr lang="fr-FR" sz="1200" dirty="0"/>
              <a:t>Numéro de série de l’appareil (SN) et horodatage de test</a:t>
            </a:r>
            <a:r>
              <a:rPr lang="en-US" sz="1200" b="0" i="0" u="none" strike="noStrike" cap="none" dirty="0">
                <a:solidFill>
                  <a:srgbClr val="000000"/>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a:p>
            <a:pPr marL="285750" lvl="0" indent="-285750">
              <a:lnSpc>
                <a:spcPct val="150000"/>
              </a:lnSpc>
              <a:buSzPts val="1400"/>
              <a:buFont typeface="Arial"/>
              <a:buChar char="•"/>
            </a:pPr>
            <a:r>
              <a:rPr lang="fr-FR" sz="1200" dirty="0"/>
              <a:t>Résultat réussi/échec et données détaillées de mesure pour chaque module</a:t>
            </a:r>
            <a:r>
              <a:rPr lang="en-US" sz="1200" b="0" i="0" u="none" strike="noStrike" cap="none" dirty="0">
                <a:solidFill>
                  <a:srgbClr val="000000"/>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a:p>
            <a:pPr marL="285750" lvl="0" indent="-285750">
              <a:lnSpc>
                <a:spcPct val="150000"/>
              </a:lnSpc>
              <a:buSzPts val="1400"/>
              <a:buFont typeface="Arial"/>
              <a:buChar char="•"/>
            </a:pPr>
            <a:r>
              <a:rPr lang="fr-FR" sz="1200" dirty="0"/>
              <a:t>Recommandations d’entretien pour tout élément défaillant (par exemple : « Inspectez les connexions des moteurs de la brosse latérale pour détecter un peu de lâchement »)</a:t>
            </a:r>
            <a:r>
              <a:rPr lang="en-US" sz="1200" b="0" i="0" u="none" strike="noStrike" cap="none" dirty="0">
                <a:solidFill>
                  <a:srgbClr val="000000"/>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a:p>
            <a:pPr marL="285750" lvl="0" indent="-285750">
              <a:lnSpc>
                <a:spcPct val="150000"/>
              </a:lnSpc>
              <a:buSzPts val="1400"/>
              <a:buFont typeface="Arial"/>
              <a:buChar char="•"/>
            </a:pPr>
            <a:r>
              <a:rPr lang="fr-FR" sz="1200" dirty="0"/>
              <a:t>Résumé total : nombre de réussites / nombre d’échecs</a:t>
            </a:r>
            <a:r>
              <a:rPr lang="en-US" sz="1200" b="0" i="0" u="none" strike="noStrike" cap="none" dirty="0">
                <a:solidFill>
                  <a:srgbClr val="000000"/>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a:p>
            <a:pPr marL="285750" lvl="0" indent="-285750">
              <a:lnSpc>
                <a:spcPct val="150000"/>
              </a:lnSpc>
              <a:buSzPts val="1400"/>
              <a:buFont typeface="Arial"/>
              <a:buChar char="•"/>
            </a:pPr>
            <a:r>
              <a:rPr lang="fr-FR" sz="1200" dirty="0"/>
              <a:t>Si tous les éléments sont réussis, une notification s’affiche : « Tous les tests réussis ! L’unité fonctionne normalement</a:t>
            </a:r>
            <a:r>
              <a:rPr lang="en-US" sz="1200" b="0" i="0" u="none" strike="noStrike" cap="none" dirty="0">
                <a:solidFill>
                  <a:srgbClr val="000000"/>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sp>
        <p:nvSpPr>
          <p:cNvPr id="471" name="Google Shape;471;p20"/>
          <p:cNvSpPr txBox="1"/>
          <p:nvPr/>
        </p:nvSpPr>
        <p:spPr>
          <a:xfrm>
            <a:off x="3641725" y="3215005"/>
            <a:ext cx="708660" cy="213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highlight>
                  <a:srgbClr val="00FF00"/>
                </a:highlight>
                <a:latin typeface="Arial"/>
                <a:ea typeface="Arial"/>
                <a:cs typeface="Arial"/>
                <a:sym typeface="Arial"/>
              </a:rPr>
              <a:t>Project No. </a:t>
            </a:r>
            <a:endParaRPr sz="800" b="0" i="0" u="none" strike="noStrike" cap="none">
              <a:solidFill>
                <a:schemeClr val="dk1"/>
              </a:solidFill>
              <a:highlight>
                <a:srgbClr val="00FF00"/>
              </a:highlight>
              <a:latin typeface="Arial"/>
              <a:ea typeface="Arial"/>
              <a:cs typeface="Arial"/>
              <a:sym typeface="Arial"/>
            </a:endParaRPr>
          </a:p>
        </p:txBody>
      </p:sp>
      <p:sp>
        <p:nvSpPr>
          <p:cNvPr id="472" name="Google Shape;472;p20"/>
          <p:cNvSpPr txBox="1"/>
          <p:nvPr/>
        </p:nvSpPr>
        <p:spPr>
          <a:xfrm>
            <a:off x="4350385" y="3215005"/>
            <a:ext cx="568960" cy="213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a:solidFill>
                  <a:schemeClr val="dk1"/>
                </a:solidFill>
                <a:highlight>
                  <a:srgbClr val="00FF00"/>
                </a:highlight>
                <a:latin typeface="Arial"/>
                <a:ea typeface="Arial"/>
                <a:cs typeface="Arial"/>
                <a:sym typeface="Arial"/>
              </a:rPr>
              <a:t>Version</a:t>
            </a:r>
            <a:endParaRPr sz="800" b="0" i="0" u="none" strike="noStrike" cap="none">
              <a:solidFill>
                <a:schemeClr val="dk1"/>
              </a:solidFill>
              <a:highlight>
                <a:srgbClr val="00FF00"/>
              </a:highlight>
              <a:latin typeface="Arial"/>
              <a:ea typeface="Arial"/>
              <a:cs typeface="Arial"/>
              <a:sym typeface="Arial"/>
            </a:endParaRPr>
          </a:p>
        </p:txBody>
      </p:sp>
      <p:sp>
        <p:nvSpPr>
          <p:cNvPr id="473" name="Google Shape;473;p20"/>
          <p:cNvSpPr txBox="1"/>
          <p:nvPr/>
        </p:nvSpPr>
        <p:spPr>
          <a:xfrm>
            <a:off x="3177540" y="3891915"/>
            <a:ext cx="526415" cy="1987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chemeClr val="dk1"/>
                </a:solidFill>
                <a:highlight>
                  <a:srgbClr val="00FF00"/>
                </a:highlight>
                <a:latin typeface="Arial"/>
                <a:ea typeface="Arial"/>
                <a:cs typeface="Arial"/>
                <a:sym typeface="Arial"/>
              </a:rPr>
              <a:t>Current</a:t>
            </a:r>
            <a:endParaRPr sz="700" b="0" i="0" u="none" strike="noStrike" cap="none">
              <a:solidFill>
                <a:schemeClr val="dk1"/>
              </a:solidFill>
              <a:highlight>
                <a:srgbClr val="00FF00"/>
              </a:highlight>
              <a:latin typeface="Arial"/>
              <a:ea typeface="Arial"/>
              <a:cs typeface="Arial"/>
              <a:sym typeface="Arial"/>
            </a:endParaRPr>
          </a:p>
        </p:txBody>
      </p:sp>
      <p:sp>
        <p:nvSpPr>
          <p:cNvPr id="474" name="Google Shape;474;p20"/>
          <p:cNvSpPr txBox="1"/>
          <p:nvPr/>
        </p:nvSpPr>
        <p:spPr>
          <a:xfrm>
            <a:off x="3095625" y="4090670"/>
            <a:ext cx="1254760" cy="1987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chemeClr val="dk1"/>
                </a:solidFill>
                <a:highlight>
                  <a:srgbClr val="00FF00"/>
                </a:highlight>
                <a:latin typeface="Arial"/>
                <a:ea typeface="Arial"/>
                <a:cs typeface="Arial"/>
                <a:sym typeface="Arial"/>
              </a:rPr>
              <a:t>Data is now available.</a:t>
            </a:r>
            <a:endParaRPr sz="700" b="0" i="0" u="none" strike="noStrike" cap="none">
              <a:solidFill>
                <a:schemeClr val="dk1"/>
              </a:solidFill>
              <a:highlight>
                <a:srgbClr val="00FF00"/>
              </a:highlight>
              <a:latin typeface="Arial"/>
              <a:ea typeface="Arial"/>
              <a:cs typeface="Arial"/>
              <a:sym typeface="Arial"/>
            </a:endParaRPr>
          </a:p>
        </p:txBody>
      </p:sp>
      <p:sp>
        <p:nvSpPr>
          <p:cNvPr id="475" name="Google Shape;475;p20"/>
          <p:cNvSpPr txBox="1"/>
          <p:nvPr/>
        </p:nvSpPr>
        <p:spPr>
          <a:xfrm>
            <a:off x="2708910" y="5638800"/>
            <a:ext cx="6096000" cy="1987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chemeClr val="dk1"/>
                </a:solidFill>
                <a:highlight>
                  <a:srgbClr val="00FF00"/>
                </a:highlight>
                <a:latin typeface="Arial"/>
                <a:ea typeface="Arial"/>
                <a:cs typeface="Arial"/>
                <a:sym typeface="Arial"/>
              </a:rPr>
              <a:t>Pass</a:t>
            </a:r>
            <a:endParaRPr sz="700" b="0" i="0" u="none" strike="noStrike" cap="none">
              <a:solidFill>
                <a:schemeClr val="dk1"/>
              </a:solidFill>
              <a:highlight>
                <a:srgbClr val="00FF00"/>
              </a:highlight>
              <a:latin typeface="Arial"/>
              <a:ea typeface="Arial"/>
              <a:cs typeface="Arial"/>
              <a:sym typeface="Arial"/>
            </a:endParaRPr>
          </a:p>
        </p:txBody>
      </p:sp>
      <p:sp>
        <p:nvSpPr>
          <p:cNvPr id="476" name="Google Shape;476;p20"/>
          <p:cNvSpPr txBox="1"/>
          <p:nvPr/>
        </p:nvSpPr>
        <p:spPr>
          <a:xfrm>
            <a:off x="3048000" y="5451475"/>
            <a:ext cx="6096000" cy="1987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chemeClr val="dk1"/>
                </a:solidFill>
                <a:highlight>
                  <a:srgbClr val="00FF00"/>
                </a:highlight>
                <a:latin typeface="Arial"/>
                <a:ea typeface="Arial"/>
                <a:cs typeface="Arial"/>
                <a:sym typeface="Arial"/>
              </a:rPr>
              <a:t>Pass</a:t>
            </a:r>
            <a:endParaRPr sz="700" b="0" i="0" u="none" strike="noStrike" cap="none">
              <a:solidFill>
                <a:schemeClr val="dk1"/>
              </a:solidFill>
              <a:highlight>
                <a:srgbClr val="00FF00"/>
              </a:highlight>
              <a:latin typeface="Arial"/>
              <a:ea typeface="Arial"/>
              <a:cs typeface="Arial"/>
              <a:sym typeface="Arial"/>
            </a:endParaRPr>
          </a:p>
        </p:txBody>
      </p:sp>
      <p:sp>
        <p:nvSpPr>
          <p:cNvPr id="477" name="Google Shape;477;p20"/>
          <p:cNvSpPr txBox="1"/>
          <p:nvPr/>
        </p:nvSpPr>
        <p:spPr>
          <a:xfrm>
            <a:off x="2612390" y="5296535"/>
            <a:ext cx="6096000" cy="1987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chemeClr val="dk1"/>
                </a:solidFill>
                <a:highlight>
                  <a:srgbClr val="00FF00"/>
                </a:highlight>
                <a:latin typeface="Arial"/>
                <a:ea typeface="Arial"/>
                <a:cs typeface="Arial"/>
                <a:sym typeface="Arial"/>
              </a:rPr>
              <a:t>Pass</a:t>
            </a:r>
            <a:endParaRPr sz="700" b="0" i="0" u="none" strike="noStrike" cap="none">
              <a:solidFill>
                <a:schemeClr val="dk1"/>
              </a:solidFill>
              <a:highlight>
                <a:srgbClr val="00FF00"/>
              </a:highlight>
              <a:latin typeface="Arial"/>
              <a:ea typeface="Arial"/>
              <a:cs typeface="Arial"/>
              <a:sym typeface="Arial"/>
            </a:endParaRPr>
          </a:p>
        </p:txBody>
      </p:sp>
      <p:sp>
        <p:nvSpPr>
          <p:cNvPr id="478" name="Google Shape;478;p20"/>
          <p:cNvSpPr txBox="1"/>
          <p:nvPr/>
        </p:nvSpPr>
        <p:spPr>
          <a:xfrm>
            <a:off x="2511425" y="5107305"/>
            <a:ext cx="6096000" cy="1987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chemeClr val="dk1"/>
                </a:solidFill>
                <a:highlight>
                  <a:srgbClr val="00FF00"/>
                </a:highlight>
                <a:latin typeface="Arial"/>
                <a:ea typeface="Arial"/>
                <a:cs typeface="Arial"/>
                <a:sym typeface="Arial"/>
              </a:rPr>
              <a:t>Pass</a:t>
            </a:r>
            <a:endParaRPr sz="700" b="0" i="0" u="none" strike="noStrike" cap="none">
              <a:solidFill>
                <a:schemeClr val="dk1"/>
              </a:solidFill>
              <a:highlight>
                <a:srgbClr val="00FF00"/>
              </a:highlight>
              <a:latin typeface="Arial"/>
              <a:ea typeface="Arial"/>
              <a:cs typeface="Arial"/>
              <a:sym typeface="Arial"/>
            </a:endParaRPr>
          </a:p>
        </p:txBody>
      </p:sp>
      <p:sp>
        <p:nvSpPr>
          <p:cNvPr id="479" name="Google Shape;479;p20"/>
          <p:cNvSpPr txBox="1"/>
          <p:nvPr/>
        </p:nvSpPr>
        <p:spPr>
          <a:xfrm>
            <a:off x="231140" y="6238875"/>
            <a:ext cx="11406505" cy="521970"/>
          </a:xfrm>
          <a:prstGeom prst="rect">
            <a:avLst/>
          </a:prstGeom>
          <a:noFill/>
          <a:ln>
            <a:noFill/>
          </a:ln>
        </p:spPr>
        <p:txBody>
          <a:bodyPr spcFirstLastPara="1" wrap="square" lIns="91425" tIns="45700" rIns="91425" bIns="45700" anchor="t" anchorCtr="0">
            <a:spAutoFit/>
          </a:bodyPr>
          <a:lstStyle/>
          <a:p>
            <a:pPr lvl="0"/>
            <a:r>
              <a:rPr lang="en-US" sz="1400" b="0" i="0" u="none" strike="noStrike" cap="none" dirty="0">
                <a:solidFill>
                  <a:srgbClr val="FF0000"/>
                </a:solidFill>
                <a:latin typeface="Arial"/>
                <a:ea typeface="Arial"/>
                <a:cs typeface="Arial"/>
                <a:sym typeface="Arial"/>
              </a:rPr>
              <a:t>Notes：</a:t>
            </a:r>
            <a:r>
              <a:rPr lang="fr-FR" dirty="0">
                <a:solidFill>
                  <a:srgbClr val="FF0000"/>
                </a:solidFill>
              </a:rPr>
              <a:t>À l’heure actuelle, certains messages de l’interface utilisateur ne sont pas encore entièrement traduits en anglais. Dans une future mise à jour, nous publierons une nouvelle version dans laquelle l’interface complète sera localisée en anglais</a:t>
            </a:r>
            <a:r>
              <a:rPr lang="en-US" sz="1400" b="0" i="0" u="none" strike="noStrike" cap="none" dirty="0">
                <a:solidFill>
                  <a:srgbClr val="FF0000"/>
                </a:solidFill>
                <a:latin typeface="Arial"/>
                <a:ea typeface="Arial"/>
                <a:cs typeface="Arial"/>
                <a:sym typeface="Arial"/>
              </a:rPr>
              <a:t>.</a:t>
            </a:r>
            <a:endParaRPr sz="1400" b="0" i="0" u="none" strike="noStrike" cap="none" dirty="0">
              <a:solidFill>
                <a:srgbClr val="FF0000"/>
              </a:solidFill>
              <a:latin typeface="Arial"/>
              <a:ea typeface="Arial"/>
              <a:cs typeface="Arial"/>
              <a:sym typeface="Arial"/>
            </a:endParaRPr>
          </a:p>
        </p:txBody>
      </p:sp>
      <p:sp>
        <p:nvSpPr>
          <p:cNvPr id="480" name="Google Shape;480;p20"/>
          <p:cNvSpPr txBox="1"/>
          <p:nvPr/>
        </p:nvSpPr>
        <p:spPr>
          <a:xfrm>
            <a:off x="2448560" y="5939155"/>
            <a:ext cx="6096000" cy="245110"/>
          </a:xfrm>
          <a:prstGeom prst="rect">
            <a:avLst/>
          </a:prstGeom>
          <a:noFill/>
          <a:ln>
            <a:noFill/>
          </a:ln>
        </p:spPr>
        <p:txBody>
          <a:bodyPr spcFirstLastPara="1" wrap="square" lIns="91425" tIns="45700" rIns="91425" bIns="45700" anchor="t" anchorCtr="0">
            <a:spAutoFit/>
          </a:bodyPr>
          <a:lstStyle/>
          <a:p>
            <a:pPr lvl="0"/>
            <a:r>
              <a:rPr lang="fr-FR" sz="1000" dirty="0">
                <a:highlight>
                  <a:srgbClr val="00FF00"/>
                </a:highlight>
              </a:rPr>
              <a:t>Tous les tests réussis ! L’unité fonctionne normalement</a:t>
            </a:r>
            <a:r>
              <a:rPr lang="en-US" sz="1000" b="0" i="0" u="none" strike="noStrike" cap="none" dirty="0">
                <a:solidFill>
                  <a:srgbClr val="000000"/>
                </a:solidFill>
                <a:highlight>
                  <a:srgbClr val="00FF00"/>
                </a:highlight>
                <a:latin typeface="Arial"/>
                <a:ea typeface="Arial"/>
                <a:cs typeface="Arial"/>
                <a:sym typeface="Arial"/>
              </a:rPr>
              <a:t>.</a:t>
            </a:r>
            <a:endParaRPr sz="1000" b="0" i="0" u="none" strike="noStrike" cap="none" dirty="0">
              <a:solidFill>
                <a:srgbClr val="000000"/>
              </a:solidFill>
              <a:highlight>
                <a:srgbClr val="00FF00"/>
              </a:highlight>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21"/>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i="0" u="none" strike="noStrike" cap="none" dirty="0">
                <a:solidFill>
                  <a:schemeClr val="dk1"/>
                </a:solidFill>
                <a:latin typeface="Microsoft Yahei"/>
                <a:ea typeface="Microsoft Yahei"/>
                <a:cs typeface="Microsoft Yahei"/>
                <a:sym typeface="Microsoft Yahei"/>
              </a:rPr>
              <a:t>2. </a:t>
            </a:r>
            <a:r>
              <a:rPr lang="en-US" sz="1800" b="1" dirty="0">
                <a:solidFill>
                  <a:schemeClr val="dk1"/>
                </a:solidFill>
                <a:latin typeface="Microsoft Yahei"/>
                <a:ea typeface="Microsoft Yahei"/>
                <a:cs typeface="Microsoft Yahei"/>
                <a:sym typeface="Microsoft Yahei"/>
              </a:rPr>
              <a:t>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488" name="Google Shape;488;p21"/>
          <p:cNvSpPr txBox="1"/>
          <p:nvPr/>
        </p:nvSpPr>
        <p:spPr>
          <a:xfrm>
            <a:off x="231140" y="516684"/>
            <a:ext cx="6626860" cy="430527"/>
          </a:xfrm>
          <a:prstGeom prst="rect">
            <a:avLst/>
          </a:prstGeom>
          <a:noFill/>
          <a:ln>
            <a:noFill/>
          </a:ln>
        </p:spPr>
        <p:txBody>
          <a:bodyPr spcFirstLastPara="1" wrap="square" lIns="91425" tIns="45700" rIns="91425" bIns="45700" anchor="t" anchorCtr="0">
            <a:spAutoFit/>
          </a:bodyPr>
          <a:lstStyle/>
          <a:p>
            <a:pPr lvl="0">
              <a:lnSpc>
                <a:spcPct val="157142"/>
              </a:lnSpc>
            </a:pPr>
            <a:r>
              <a:rPr lang="en-US" sz="1400" b="0" i="0" u="none" strike="noStrike" cap="none" dirty="0">
                <a:solidFill>
                  <a:srgbClr val="000000"/>
                </a:solidFill>
                <a:latin typeface="Microsoft Yahei"/>
                <a:ea typeface="Microsoft Yahei"/>
                <a:cs typeface="Microsoft Yahei"/>
                <a:sym typeface="Microsoft Yahei"/>
              </a:rPr>
              <a:t>3）</a:t>
            </a:r>
            <a:r>
              <a:rPr lang="fr-FR" dirty="0">
                <a:latin typeface="Microsoft Yahei"/>
                <a:ea typeface="Microsoft Yahei"/>
                <a:cs typeface="Microsoft Yahei"/>
                <a:sym typeface="Microsoft Yahei"/>
              </a:rPr>
              <a:t>Contrôlez les roues pour les soulever.</a:t>
            </a:r>
            <a:endParaRPr sz="1400" b="0" i="0" u="none" strike="noStrike" cap="none" dirty="0">
              <a:solidFill>
                <a:srgbClr val="000000"/>
              </a:solidFill>
              <a:latin typeface="Microsoft Yahei"/>
              <a:ea typeface="Microsoft Yahei"/>
              <a:cs typeface="Microsoft Yahei"/>
              <a:sym typeface="Microsoft Yahei"/>
            </a:endParaRPr>
          </a:p>
        </p:txBody>
      </p:sp>
      <p:pic>
        <p:nvPicPr>
          <p:cNvPr id="489" name="Google Shape;489;p21"/>
          <p:cNvPicPr preferRelativeResize="0"/>
          <p:nvPr/>
        </p:nvPicPr>
        <p:blipFill rotWithShape="1">
          <a:blip r:embed="rId3">
            <a:alphaModFix/>
          </a:blip>
          <a:srcRect/>
          <a:stretch/>
        </p:blipFill>
        <p:spPr>
          <a:xfrm>
            <a:off x="231141" y="863318"/>
            <a:ext cx="7470922" cy="3381370"/>
          </a:xfrm>
          <a:prstGeom prst="rect">
            <a:avLst/>
          </a:prstGeom>
          <a:noFill/>
          <a:ln>
            <a:noFill/>
          </a:ln>
        </p:spPr>
      </p:pic>
      <p:pic>
        <p:nvPicPr>
          <p:cNvPr id="490" name="Google Shape;490;p21"/>
          <p:cNvPicPr preferRelativeResize="0"/>
          <p:nvPr/>
        </p:nvPicPr>
        <p:blipFill rotWithShape="1">
          <a:blip r:embed="rId4">
            <a:alphaModFix/>
          </a:blip>
          <a:srcRect/>
          <a:stretch/>
        </p:blipFill>
        <p:spPr>
          <a:xfrm>
            <a:off x="231140" y="4351501"/>
            <a:ext cx="3508522" cy="2040348"/>
          </a:xfrm>
          <a:prstGeom prst="rect">
            <a:avLst/>
          </a:prstGeom>
          <a:noFill/>
          <a:ln>
            <a:noFill/>
          </a:ln>
        </p:spPr>
      </p:pic>
      <p:sp>
        <p:nvSpPr>
          <p:cNvPr id="491" name="Google Shape;491;p21"/>
          <p:cNvSpPr txBox="1"/>
          <p:nvPr/>
        </p:nvSpPr>
        <p:spPr>
          <a:xfrm>
            <a:off x="1217402" y="6391849"/>
            <a:ext cx="1535998" cy="307777"/>
          </a:xfrm>
          <a:prstGeom prst="rect">
            <a:avLst/>
          </a:prstGeom>
          <a:noFill/>
          <a:ln>
            <a:noFill/>
          </a:ln>
        </p:spPr>
        <p:txBody>
          <a:bodyPr spcFirstLastPara="1" wrap="square" lIns="91425" tIns="45700" rIns="91425" bIns="45700" anchor="t" anchorCtr="0">
            <a:spAutoFit/>
          </a:bodyPr>
          <a:lstStyle/>
          <a:p>
            <a:pPr lvl="0"/>
            <a:r>
              <a:rPr lang="en-US" dirty="0"/>
              <a:t>Front (position 0)</a:t>
            </a:r>
            <a:endParaRPr sz="1400" b="0" i="0" u="none" strike="noStrike" cap="none" dirty="0">
              <a:solidFill>
                <a:srgbClr val="000000"/>
              </a:solidFill>
              <a:latin typeface="Arial"/>
              <a:ea typeface="Arial"/>
              <a:cs typeface="Arial"/>
              <a:sym typeface="Arial"/>
            </a:endParaRPr>
          </a:p>
        </p:txBody>
      </p:sp>
      <p:pic>
        <p:nvPicPr>
          <p:cNvPr id="492" name="Google Shape;492;p21"/>
          <p:cNvPicPr preferRelativeResize="0"/>
          <p:nvPr/>
        </p:nvPicPr>
        <p:blipFill rotWithShape="1">
          <a:blip r:embed="rId5">
            <a:alphaModFix/>
          </a:blip>
          <a:srcRect/>
          <a:stretch/>
        </p:blipFill>
        <p:spPr>
          <a:xfrm>
            <a:off x="3966601" y="4351500"/>
            <a:ext cx="3670369" cy="2055213"/>
          </a:xfrm>
          <a:prstGeom prst="rect">
            <a:avLst/>
          </a:prstGeom>
          <a:noFill/>
          <a:ln>
            <a:noFill/>
          </a:ln>
        </p:spPr>
      </p:pic>
      <p:sp>
        <p:nvSpPr>
          <p:cNvPr id="493" name="Google Shape;493;p21"/>
          <p:cNvSpPr txBox="1"/>
          <p:nvPr/>
        </p:nvSpPr>
        <p:spPr>
          <a:xfrm>
            <a:off x="5622794" y="6406713"/>
            <a:ext cx="473206" cy="307777"/>
          </a:xfrm>
          <a:prstGeom prst="rect">
            <a:avLst/>
          </a:prstGeom>
          <a:noFill/>
          <a:ln>
            <a:noFill/>
          </a:ln>
        </p:spPr>
        <p:txBody>
          <a:bodyPr spcFirstLastPara="1" wrap="square" lIns="91425" tIns="45700" rIns="91425" bIns="45700" anchor="t" anchorCtr="0">
            <a:spAutoFit/>
          </a:bodyPr>
          <a:lstStyle/>
          <a:p>
            <a:pPr lvl="0"/>
            <a:r>
              <a:rPr lang="en-US" dirty="0"/>
              <a:t>Mid</a:t>
            </a:r>
            <a:endParaRPr sz="1400" b="0" i="0" u="none" strike="noStrike" cap="none" dirty="0">
              <a:solidFill>
                <a:srgbClr val="000000"/>
              </a:solidFill>
              <a:latin typeface="Arial"/>
              <a:ea typeface="Arial"/>
              <a:cs typeface="Arial"/>
              <a:sym typeface="Arial"/>
            </a:endParaRPr>
          </a:p>
        </p:txBody>
      </p:sp>
      <p:pic>
        <p:nvPicPr>
          <p:cNvPr id="494" name="Google Shape;494;p21"/>
          <p:cNvPicPr preferRelativeResize="0"/>
          <p:nvPr/>
        </p:nvPicPr>
        <p:blipFill rotWithShape="1">
          <a:blip r:embed="rId6">
            <a:alphaModFix/>
          </a:blip>
          <a:srcRect/>
          <a:stretch/>
        </p:blipFill>
        <p:spPr>
          <a:xfrm>
            <a:off x="7747118" y="4351499"/>
            <a:ext cx="3683368" cy="2055213"/>
          </a:xfrm>
          <a:prstGeom prst="rect">
            <a:avLst/>
          </a:prstGeom>
          <a:noFill/>
          <a:ln>
            <a:noFill/>
          </a:ln>
        </p:spPr>
      </p:pic>
      <p:sp>
        <p:nvSpPr>
          <p:cNvPr id="495" name="Google Shape;495;p21"/>
          <p:cNvSpPr txBox="1"/>
          <p:nvPr/>
        </p:nvSpPr>
        <p:spPr>
          <a:xfrm>
            <a:off x="9471912" y="6406713"/>
            <a:ext cx="785780" cy="307777"/>
          </a:xfrm>
          <a:prstGeom prst="rect">
            <a:avLst/>
          </a:prstGeom>
          <a:noFill/>
          <a:ln>
            <a:noFill/>
          </a:ln>
        </p:spPr>
        <p:txBody>
          <a:bodyPr spcFirstLastPara="1" wrap="square" lIns="91425" tIns="45700" rIns="91425" bIns="45700" anchor="t" anchorCtr="0">
            <a:spAutoFit/>
          </a:bodyPr>
          <a:lstStyle/>
          <a:p>
            <a:pPr lvl="0"/>
            <a:r>
              <a:rPr lang="en-US" dirty="0"/>
              <a:t>Arrière</a:t>
            </a:r>
            <a:endParaRPr sz="1400" b="0" i="0" u="none" strike="noStrike" cap="none" dirty="0">
              <a:solidFill>
                <a:srgbClr val="000000"/>
              </a:solidFill>
              <a:latin typeface="Arial"/>
              <a:ea typeface="Arial"/>
              <a:cs typeface="Arial"/>
              <a:sym typeface="Arial"/>
            </a:endParaRPr>
          </a:p>
        </p:txBody>
      </p:sp>
      <p:pic>
        <p:nvPicPr>
          <p:cNvPr id="496" name="Google Shape;496;p21"/>
          <p:cNvPicPr preferRelativeResize="0"/>
          <p:nvPr/>
        </p:nvPicPr>
        <p:blipFill rotWithShape="1">
          <a:blip r:embed="rId7">
            <a:alphaModFix/>
          </a:blip>
          <a:srcRect/>
          <a:stretch/>
        </p:blipFill>
        <p:spPr>
          <a:xfrm>
            <a:off x="8211887" y="1379195"/>
            <a:ext cx="3218599" cy="1827067"/>
          </a:xfrm>
          <a:prstGeom prst="rect">
            <a:avLst/>
          </a:prstGeom>
          <a:noFill/>
          <a:ln>
            <a:noFill/>
          </a:ln>
        </p:spPr>
      </p:pic>
      <p:sp>
        <p:nvSpPr>
          <p:cNvPr id="497" name="Google Shape;497;p21"/>
          <p:cNvSpPr txBox="1"/>
          <p:nvPr/>
        </p:nvSpPr>
        <p:spPr>
          <a:xfrm>
            <a:off x="7939643" y="3317215"/>
            <a:ext cx="3850318" cy="523180"/>
          </a:xfrm>
          <a:prstGeom prst="rect">
            <a:avLst/>
          </a:prstGeom>
          <a:noFill/>
          <a:ln>
            <a:noFill/>
          </a:ln>
        </p:spPr>
        <p:txBody>
          <a:bodyPr spcFirstLastPara="1" wrap="square" lIns="91425" tIns="45700" rIns="91425" bIns="45700" anchor="t" anchorCtr="0">
            <a:spAutoFit/>
          </a:bodyPr>
          <a:lstStyle/>
          <a:p>
            <a:pPr lvl="0"/>
            <a:r>
              <a:rPr lang="fr-FR" dirty="0"/>
              <a:t>Soulevez (ne pouvez commencer ce test que depuis la position 0)</a:t>
            </a:r>
            <a:endParaRPr sz="1400" b="0" i="0" u="none" strike="noStrike" cap="none" dirty="0">
              <a:solidFill>
                <a:srgbClr val="000000"/>
              </a:solidFill>
              <a:latin typeface="Arial"/>
              <a:ea typeface="Arial"/>
              <a:cs typeface="Arial"/>
              <a:sym typeface="Arial"/>
            </a:endParaRPr>
          </a:p>
        </p:txBody>
      </p:sp>
      <p:sp>
        <p:nvSpPr>
          <p:cNvPr id="3" name="Rectangle 2">
            <a:extLst>
              <a:ext uri="{FF2B5EF4-FFF2-40B4-BE49-F238E27FC236}">
                <a16:creationId xmlns:a16="http://schemas.microsoft.com/office/drawing/2014/main" id="{159F74D7-E9C6-7DBC-FCE8-33B207D2B122}"/>
              </a:ext>
            </a:extLst>
          </p:cNvPr>
          <p:cNvSpPr/>
          <p:nvPr/>
        </p:nvSpPr>
        <p:spPr>
          <a:xfrm>
            <a:off x="295633" y="1379195"/>
            <a:ext cx="735645" cy="1264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22"/>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i="0" u="none" strike="noStrike" cap="none" dirty="0">
                <a:solidFill>
                  <a:schemeClr val="dk1"/>
                </a:solidFill>
                <a:latin typeface="Microsoft Yahei"/>
                <a:ea typeface="Microsoft Yahei"/>
                <a:cs typeface="Microsoft Yahei"/>
                <a:sym typeface="Microsoft Yahei"/>
              </a:rPr>
              <a:t>2. </a:t>
            </a:r>
            <a:r>
              <a:rPr lang="en-US" sz="1800" b="1" dirty="0">
                <a:solidFill>
                  <a:schemeClr val="dk1"/>
                </a:solidFill>
                <a:latin typeface="Microsoft Yahei"/>
                <a:ea typeface="Microsoft Yahei"/>
                <a:cs typeface="Microsoft Yahei"/>
                <a:sym typeface="Microsoft Yahei"/>
              </a:rPr>
              <a:t>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505" name="Google Shape;505;p22"/>
          <p:cNvSpPr txBox="1"/>
          <p:nvPr/>
        </p:nvSpPr>
        <p:spPr>
          <a:xfrm>
            <a:off x="231139" y="690001"/>
            <a:ext cx="8665353" cy="430527"/>
          </a:xfrm>
          <a:prstGeom prst="rect">
            <a:avLst/>
          </a:prstGeom>
          <a:noFill/>
          <a:ln>
            <a:noFill/>
          </a:ln>
        </p:spPr>
        <p:txBody>
          <a:bodyPr spcFirstLastPara="1" wrap="square" lIns="91425" tIns="45700" rIns="91425" bIns="45700" anchor="t" anchorCtr="0">
            <a:spAutoFit/>
          </a:bodyPr>
          <a:lstStyle/>
          <a:p>
            <a:pPr lvl="0">
              <a:lnSpc>
                <a:spcPct val="157142"/>
              </a:lnSpc>
            </a:pPr>
            <a:r>
              <a:rPr lang="en-US" sz="1400" b="0" i="0" u="none" strike="noStrike" cap="none" dirty="0">
                <a:solidFill>
                  <a:srgbClr val="000000"/>
                </a:solidFill>
                <a:latin typeface="Microsoft Yahei"/>
                <a:ea typeface="Microsoft Yahei"/>
                <a:cs typeface="Microsoft Yahei"/>
                <a:sym typeface="Microsoft Yahei"/>
              </a:rPr>
              <a:t>4）</a:t>
            </a:r>
            <a:r>
              <a:rPr lang="fr-FR" dirty="0">
                <a:latin typeface="Microsoft Yahei"/>
                <a:ea typeface="Microsoft Yahei"/>
                <a:cs typeface="Microsoft Yahei"/>
                <a:sym typeface="Microsoft Yahei"/>
              </a:rPr>
              <a:t>Contrôlez les roues vers l’avant et l’arrière et obtenez les données de celles-ci.</a:t>
            </a:r>
            <a:endParaRPr sz="1400" b="0" i="0" u="none" strike="noStrike" cap="none" dirty="0">
              <a:solidFill>
                <a:srgbClr val="000000"/>
              </a:solidFill>
              <a:latin typeface="Microsoft Yahei"/>
              <a:ea typeface="Microsoft Yahei"/>
              <a:cs typeface="Microsoft Yahei"/>
              <a:sym typeface="Microsoft Yahei"/>
            </a:endParaRPr>
          </a:p>
        </p:txBody>
      </p:sp>
      <p:pic>
        <p:nvPicPr>
          <p:cNvPr id="506" name="Google Shape;506;p22"/>
          <p:cNvPicPr preferRelativeResize="0"/>
          <p:nvPr/>
        </p:nvPicPr>
        <p:blipFill rotWithShape="1">
          <a:blip r:embed="rId3">
            <a:alphaModFix/>
          </a:blip>
          <a:srcRect/>
          <a:stretch/>
        </p:blipFill>
        <p:spPr>
          <a:xfrm>
            <a:off x="310088" y="1216095"/>
            <a:ext cx="9398427" cy="4253767"/>
          </a:xfrm>
          <a:prstGeom prst="rect">
            <a:avLst/>
          </a:prstGeom>
          <a:noFill/>
          <a:ln>
            <a:noFill/>
          </a:ln>
        </p:spPr>
      </p:pic>
      <p:sp>
        <p:nvSpPr>
          <p:cNvPr id="3" name="Rectangle 2">
            <a:extLst>
              <a:ext uri="{FF2B5EF4-FFF2-40B4-BE49-F238E27FC236}">
                <a16:creationId xmlns:a16="http://schemas.microsoft.com/office/drawing/2014/main" id="{2EA4778B-2E61-79D0-CFDA-DF48453F5D62}"/>
              </a:ext>
            </a:extLst>
          </p:cNvPr>
          <p:cNvSpPr/>
          <p:nvPr/>
        </p:nvSpPr>
        <p:spPr>
          <a:xfrm>
            <a:off x="310088" y="1826083"/>
            <a:ext cx="1140577" cy="2158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23"/>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i="0" u="none" strike="noStrike" cap="none" dirty="0">
                <a:solidFill>
                  <a:schemeClr val="dk1"/>
                </a:solidFill>
                <a:latin typeface="Microsoft Yahei"/>
                <a:ea typeface="Microsoft Yahei"/>
                <a:cs typeface="Microsoft Yahei"/>
                <a:sym typeface="Microsoft Yahei"/>
              </a:rPr>
              <a:t>2. </a:t>
            </a:r>
            <a:r>
              <a:rPr lang="en-US" sz="1800" b="1" dirty="0">
                <a:solidFill>
                  <a:schemeClr val="dk1"/>
                </a:solidFill>
                <a:latin typeface="Microsoft Yahei"/>
                <a:ea typeface="Microsoft Yahei"/>
                <a:cs typeface="Microsoft Yahei"/>
                <a:sym typeface="Microsoft Yahei"/>
              </a:rPr>
              <a:t>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514" name="Google Shape;514;p23"/>
          <p:cNvSpPr txBox="1"/>
          <p:nvPr/>
        </p:nvSpPr>
        <p:spPr>
          <a:xfrm>
            <a:off x="231140" y="516684"/>
            <a:ext cx="6626860" cy="430527"/>
          </a:xfrm>
          <a:prstGeom prst="rect">
            <a:avLst/>
          </a:prstGeom>
          <a:noFill/>
          <a:ln>
            <a:noFill/>
          </a:ln>
        </p:spPr>
        <p:txBody>
          <a:bodyPr spcFirstLastPara="1" wrap="square" lIns="91425" tIns="45700" rIns="91425" bIns="45700" anchor="t" anchorCtr="0">
            <a:spAutoFit/>
          </a:bodyPr>
          <a:lstStyle/>
          <a:p>
            <a:pPr lvl="0">
              <a:lnSpc>
                <a:spcPct val="157142"/>
              </a:lnSpc>
            </a:pPr>
            <a:r>
              <a:rPr lang="en-US" sz="1400" b="0" i="0" u="none" strike="noStrike" cap="none" dirty="0">
                <a:solidFill>
                  <a:srgbClr val="000000"/>
                </a:solidFill>
                <a:latin typeface="Microsoft Yahei"/>
                <a:ea typeface="Microsoft Yahei"/>
                <a:cs typeface="Microsoft Yahei"/>
                <a:sym typeface="Microsoft Yahei"/>
              </a:rPr>
              <a:t>5）</a:t>
            </a:r>
            <a:r>
              <a:rPr lang="fr-FR" dirty="0">
                <a:latin typeface="Microsoft Yahei"/>
                <a:ea typeface="Microsoft Yahei"/>
                <a:cs typeface="Microsoft Yahei"/>
                <a:sym typeface="Microsoft Yahei"/>
              </a:rPr>
              <a:t>Contrôlez les roues pour les soulever.</a:t>
            </a:r>
            <a:endParaRPr sz="1400" b="0" i="0" u="none" strike="noStrike" cap="none" dirty="0">
              <a:solidFill>
                <a:srgbClr val="000000"/>
              </a:solidFill>
              <a:latin typeface="Microsoft Yahei"/>
              <a:ea typeface="Microsoft Yahei"/>
              <a:cs typeface="Microsoft Yahei"/>
              <a:sym typeface="Microsoft Yahei"/>
            </a:endParaRPr>
          </a:p>
        </p:txBody>
      </p:sp>
      <p:pic>
        <p:nvPicPr>
          <p:cNvPr id="515" name="Google Shape;515;p23"/>
          <p:cNvPicPr preferRelativeResize="0"/>
          <p:nvPr/>
        </p:nvPicPr>
        <p:blipFill rotWithShape="1">
          <a:blip r:embed="rId3">
            <a:alphaModFix/>
          </a:blip>
          <a:srcRect/>
          <a:stretch/>
        </p:blipFill>
        <p:spPr>
          <a:xfrm>
            <a:off x="231141" y="863318"/>
            <a:ext cx="7470922" cy="3381370"/>
          </a:xfrm>
          <a:prstGeom prst="rect">
            <a:avLst/>
          </a:prstGeom>
          <a:noFill/>
          <a:ln>
            <a:noFill/>
          </a:ln>
        </p:spPr>
      </p:pic>
      <p:pic>
        <p:nvPicPr>
          <p:cNvPr id="516" name="Google Shape;516;p23"/>
          <p:cNvPicPr preferRelativeResize="0"/>
          <p:nvPr/>
        </p:nvPicPr>
        <p:blipFill rotWithShape="1">
          <a:blip r:embed="rId4">
            <a:alphaModFix/>
          </a:blip>
          <a:srcRect/>
          <a:stretch/>
        </p:blipFill>
        <p:spPr>
          <a:xfrm>
            <a:off x="231140" y="4351501"/>
            <a:ext cx="3508522" cy="2040348"/>
          </a:xfrm>
          <a:prstGeom prst="rect">
            <a:avLst/>
          </a:prstGeom>
          <a:noFill/>
          <a:ln>
            <a:noFill/>
          </a:ln>
        </p:spPr>
      </p:pic>
      <p:sp>
        <p:nvSpPr>
          <p:cNvPr id="517" name="Google Shape;517;p23"/>
          <p:cNvSpPr txBox="1"/>
          <p:nvPr/>
        </p:nvSpPr>
        <p:spPr>
          <a:xfrm>
            <a:off x="1217401" y="6391849"/>
            <a:ext cx="2282069" cy="307736"/>
          </a:xfrm>
          <a:prstGeom prst="rect">
            <a:avLst/>
          </a:prstGeom>
          <a:noFill/>
          <a:ln>
            <a:noFill/>
          </a:ln>
        </p:spPr>
        <p:txBody>
          <a:bodyPr spcFirstLastPara="1" wrap="square" lIns="91425" tIns="45700" rIns="91425" bIns="45700" anchor="t" anchorCtr="0">
            <a:spAutoFit/>
          </a:bodyPr>
          <a:lstStyle/>
          <a:p>
            <a:pPr lvl="0"/>
            <a:r>
              <a:rPr lang="en-US" dirty="0"/>
              <a:t>Avant</a:t>
            </a:r>
            <a:r>
              <a:rPr lang="en-US" sz="1400" b="0" i="0" u="none" strike="noStrike" cap="none" dirty="0">
                <a:solidFill>
                  <a:srgbClr val="000000"/>
                </a:solidFill>
                <a:latin typeface="Arial"/>
                <a:ea typeface="Arial"/>
                <a:cs typeface="Arial"/>
                <a:sym typeface="Arial"/>
              </a:rPr>
              <a:t> (position 0)</a:t>
            </a:r>
            <a:endParaRPr sz="1400" b="0" i="0" u="none" strike="noStrike" cap="none" dirty="0">
              <a:solidFill>
                <a:srgbClr val="000000"/>
              </a:solidFill>
              <a:latin typeface="Arial"/>
              <a:ea typeface="Arial"/>
              <a:cs typeface="Arial"/>
              <a:sym typeface="Arial"/>
            </a:endParaRPr>
          </a:p>
        </p:txBody>
      </p:sp>
      <p:pic>
        <p:nvPicPr>
          <p:cNvPr id="518" name="Google Shape;518;p23"/>
          <p:cNvPicPr preferRelativeResize="0"/>
          <p:nvPr/>
        </p:nvPicPr>
        <p:blipFill rotWithShape="1">
          <a:blip r:embed="rId5">
            <a:alphaModFix/>
          </a:blip>
          <a:srcRect/>
          <a:stretch/>
        </p:blipFill>
        <p:spPr>
          <a:xfrm>
            <a:off x="3966601" y="4351500"/>
            <a:ext cx="3670369" cy="2055213"/>
          </a:xfrm>
          <a:prstGeom prst="rect">
            <a:avLst/>
          </a:prstGeom>
          <a:noFill/>
          <a:ln>
            <a:noFill/>
          </a:ln>
        </p:spPr>
      </p:pic>
      <p:sp>
        <p:nvSpPr>
          <p:cNvPr id="519" name="Google Shape;519;p23"/>
          <p:cNvSpPr txBox="1"/>
          <p:nvPr/>
        </p:nvSpPr>
        <p:spPr>
          <a:xfrm>
            <a:off x="5622794" y="6406713"/>
            <a:ext cx="47320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Mid</a:t>
            </a:r>
            <a:endParaRPr sz="1400" b="0" i="0" u="none" strike="noStrike" cap="none">
              <a:solidFill>
                <a:srgbClr val="000000"/>
              </a:solidFill>
              <a:latin typeface="Arial"/>
              <a:ea typeface="Arial"/>
              <a:cs typeface="Arial"/>
              <a:sym typeface="Arial"/>
            </a:endParaRPr>
          </a:p>
        </p:txBody>
      </p:sp>
      <p:pic>
        <p:nvPicPr>
          <p:cNvPr id="520" name="Google Shape;520;p23"/>
          <p:cNvPicPr preferRelativeResize="0"/>
          <p:nvPr/>
        </p:nvPicPr>
        <p:blipFill rotWithShape="1">
          <a:blip r:embed="rId6">
            <a:alphaModFix/>
          </a:blip>
          <a:srcRect/>
          <a:stretch/>
        </p:blipFill>
        <p:spPr>
          <a:xfrm>
            <a:off x="7747118" y="4351499"/>
            <a:ext cx="3683368" cy="2055213"/>
          </a:xfrm>
          <a:prstGeom prst="rect">
            <a:avLst/>
          </a:prstGeom>
          <a:noFill/>
          <a:ln>
            <a:noFill/>
          </a:ln>
        </p:spPr>
      </p:pic>
      <p:sp>
        <p:nvSpPr>
          <p:cNvPr id="521" name="Google Shape;521;p23"/>
          <p:cNvSpPr txBox="1"/>
          <p:nvPr/>
        </p:nvSpPr>
        <p:spPr>
          <a:xfrm>
            <a:off x="9471912" y="6406713"/>
            <a:ext cx="78578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Rear</a:t>
            </a:r>
            <a:endParaRPr sz="1400" b="0" i="0" u="none" strike="noStrike" cap="none">
              <a:solidFill>
                <a:srgbClr val="000000"/>
              </a:solidFill>
              <a:latin typeface="Arial"/>
              <a:ea typeface="Arial"/>
              <a:cs typeface="Arial"/>
              <a:sym typeface="Arial"/>
            </a:endParaRPr>
          </a:p>
        </p:txBody>
      </p:sp>
      <p:pic>
        <p:nvPicPr>
          <p:cNvPr id="522" name="Google Shape;522;p23"/>
          <p:cNvPicPr preferRelativeResize="0"/>
          <p:nvPr/>
        </p:nvPicPr>
        <p:blipFill rotWithShape="1">
          <a:blip r:embed="rId7">
            <a:alphaModFix/>
          </a:blip>
          <a:srcRect/>
          <a:stretch/>
        </p:blipFill>
        <p:spPr>
          <a:xfrm>
            <a:off x="8211887" y="1379195"/>
            <a:ext cx="3218599" cy="1827067"/>
          </a:xfrm>
          <a:prstGeom prst="rect">
            <a:avLst/>
          </a:prstGeom>
          <a:noFill/>
          <a:ln>
            <a:noFill/>
          </a:ln>
        </p:spPr>
      </p:pic>
      <p:sp>
        <p:nvSpPr>
          <p:cNvPr id="523" name="Google Shape;523;p23"/>
          <p:cNvSpPr txBox="1"/>
          <p:nvPr/>
        </p:nvSpPr>
        <p:spPr>
          <a:xfrm>
            <a:off x="7939643" y="3317215"/>
            <a:ext cx="3850318" cy="523180"/>
          </a:xfrm>
          <a:prstGeom prst="rect">
            <a:avLst/>
          </a:prstGeom>
          <a:noFill/>
          <a:ln>
            <a:noFill/>
          </a:ln>
        </p:spPr>
        <p:txBody>
          <a:bodyPr spcFirstLastPara="1" wrap="square" lIns="91425" tIns="45700" rIns="91425" bIns="45700" anchor="t" anchorCtr="0">
            <a:spAutoFit/>
          </a:bodyPr>
          <a:lstStyle/>
          <a:p>
            <a:pPr lvl="0"/>
            <a:r>
              <a:rPr lang="fr-FR" dirty="0"/>
              <a:t>Soulevez (ne pouvez commencer ce test que depuis la position 0)</a:t>
            </a:r>
            <a:endParaRPr sz="1400" b="0" i="0" u="none" strike="noStrike" cap="none" dirty="0">
              <a:solidFill>
                <a:srgbClr val="000000"/>
              </a:solidFill>
              <a:latin typeface="Arial"/>
              <a:ea typeface="Arial"/>
              <a:cs typeface="Arial"/>
              <a:sym typeface="Arial"/>
            </a:endParaRPr>
          </a:p>
        </p:txBody>
      </p:sp>
      <p:sp>
        <p:nvSpPr>
          <p:cNvPr id="3" name="Rectangle 2">
            <a:extLst>
              <a:ext uri="{FF2B5EF4-FFF2-40B4-BE49-F238E27FC236}">
                <a16:creationId xmlns:a16="http://schemas.microsoft.com/office/drawing/2014/main" id="{DC1377E8-B5C4-6FB2-873D-243F9FAA1242}"/>
              </a:ext>
            </a:extLst>
          </p:cNvPr>
          <p:cNvSpPr/>
          <p:nvPr/>
        </p:nvSpPr>
        <p:spPr>
          <a:xfrm>
            <a:off x="231140" y="1379195"/>
            <a:ext cx="875765" cy="1333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24"/>
          <p:cNvSpPr txBox="1"/>
          <p:nvPr/>
        </p:nvSpPr>
        <p:spPr>
          <a:xfrm>
            <a:off x="231140" y="143510"/>
            <a:ext cx="9477375" cy="367030"/>
          </a:xfrm>
          <a:prstGeom prst="rect">
            <a:avLst/>
          </a:prstGeom>
          <a:noFill/>
          <a:ln>
            <a:noFill/>
          </a:ln>
        </p:spPr>
        <p:txBody>
          <a:bodyPr spcFirstLastPara="1" wrap="square" lIns="91425" tIns="45700" rIns="91425" bIns="45700" anchor="t" anchorCtr="0">
            <a:spAutoFit/>
          </a:bodyPr>
          <a:lstStyle/>
          <a:p>
            <a:pPr lvl="0">
              <a:buSzPts val="1800"/>
            </a:pPr>
            <a:r>
              <a:rPr lang="en-US" sz="1800" b="1" i="0" u="none" strike="noStrike" cap="none" dirty="0">
                <a:solidFill>
                  <a:schemeClr val="dk1"/>
                </a:solidFill>
                <a:latin typeface="Microsoft Yahei"/>
                <a:ea typeface="Microsoft Yahei"/>
                <a:cs typeface="Microsoft Yahei"/>
                <a:sym typeface="Microsoft Yahei"/>
              </a:rPr>
              <a:t>2. </a:t>
            </a:r>
            <a:r>
              <a:rPr lang="en-US" sz="1800" b="1" dirty="0">
                <a:solidFill>
                  <a:schemeClr val="dk1"/>
                </a:solidFill>
                <a:latin typeface="Microsoft Yahei"/>
                <a:ea typeface="Microsoft Yahei"/>
                <a:cs typeface="Microsoft Yahei"/>
                <a:sym typeface="Microsoft Yahei"/>
              </a:rPr>
              <a:t>Comment </a:t>
            </a:r>
            <a:r>
              <a:rPr lang="en-US" sz="1800" b="1" dirty="0" err="1">
                <a:solidFill>
                  <a:schemeClr val="dk1"/>
                </a:solidFill>
                <a:latin typeface="Microsoft Yahei"/>
                <a:ea typeface="Microsoft Yahei"/>
                <a:cs typeface="Microsoft Yahei"/>
                <a:sym typeface="Microsoft Yahei"/>
              </a:rPr>
              <a:t>utiliser</a:t>
            </a:r>
            <a:endParaRPr sz="1800" b="1" i="0" u="none" strike="noStrike" cap="none" dirty="0">
              <a:solidFill>
                <a:schemeClr val="dk1"/>
              </a:solidFill>
              <a:latin typeface="Microsoft Yahei"/>
              <a:ea typeface="Microsoft Yahei"/>
              <a:cs typeface="Microsoft Yahei"/>
              <a:sym typeface="Microsoft Yahei"/>
            </a:endParaRPr>
          </a:p>
        </p:txBody>
      </p:sp>
      <p:sp>
        <p:nvSpPr>
          <p:cNvPr id="531" name="Google Shape;531;p24"/>
          <p:cNvSpPr txBox="1"/>
          <p:nvPr/>
        </p:nvSpPr>
        <p:spPr>
          <a:xfrm>
            <a:off x="231140" y="516684"/>
            <a:ext cx="6626860" cy="430527"/>
          </a:xfrm>
          <a:prstGeom prst="rect">
            <a:avLst/>
          </a:prstGeom>
          <a:noFill/>
          <a:ln>
            <a:noFill/>
          </a:ln>
        </p:spPr>
        <p:txBody>
          <a:bodyPr spcFirstLastPara="1" wrap="square" lIns="91425" tIns="45700" rIns="91425" bIns="45700" anchor="t" anchorCtr="0">
            <a:spAutoFit/>
          </a:bodyPr>
          <a:lstStyle/>
          <a:p>
            <a:pPr lvl="0">
              <a:lnSpc>
                <a:spcPct val="157142"/>
              </a:lnSpc>
            </a:pPr>
            <a:r>
              <a:rPr lang="en-US" sz="1400" b="0" i="0" u="none" strike="noStrike" cap="none" dirty="0">
                <a:solidFill>
                  <a:srgbClr val="000000"/>
                </a:solidFill>
                <a:latin typeface="Microsoft Yahei"/>
                <a:ea typeface="Microsoft Yahei"/>
                <a:cs typeface="Microsoft Yahei"/>
                <a:sym typeface="Microsoft Yahei"/>
              </a:rPr>
              <a:t>5）</a:t>
            </a:r>
            <a:r>
              <a:rPr lang="en-US" dirty="0">
                <a:latin typeface="Microsoft Yahei"/>
                <a:ea typeface="Microsoft Yahei"/>
                <a:cs typeface="Microsoft Yahei"/>
                <a:sym typeface="Microsoft Yahei"/>
              </a:rPr>
              <a:t>Contrôlez la brosse </a:t>
            </a:r>
            <a:r>
              <a:rPr lang="en-US" dirty="0" err="1">
                <a:latin typeface="Microsoft Yahei"/>
                <a:ea typeface="Microsoft Yahei"/>
                <a:cs typeface="Microsoft Yahei"/>
                <a:sym typeface="Microsoft Yahei"/>
              </a:rPr>
              <a:t>latérale</a:t>
            </a:r>
            <a:r>
              <a:rPr lang="en-US" sz="1400" b="0" i="0" u="none" strike="noStrike" cap="none" dirty="0">
                <a:solidFill>
                  <a:srgbClr val="000000"/>
                </a:solidFill>
                <a:latin typeface="Microsoft Yahei"/>
                <a:ea typeface="Microsoft Yahei"/>
                <a:cs typeface="Microsoft Yahei"/>
                <a:sym typeface="Microsoft Yahei"/>
              </a:rPr>
              <a:t>.</a:t>
            </a:r>
            <a:endParaRPr sz="1400" b="0" i="0" u="none" strike="noStrike" cap="none" dirty="0">
              <a:solidFill>
                <a:srgbClr val="000000"/>
              </a:solidFill>
              <a:latin typeface="Microsoft Yahei"/>
              <a:ea typeface="Microsoft Yahei"/>
              <a:cs typeface="Microsoft Yahei"/>
              <a:sym typeface="Microsoft Yahei"/>
            </a:endParaRPr>
          </a:p>
        </p:txBody>
      </p:sp>
      <p:pic>
        <p:nvPicPr>
          <p:cNvPr id="532" name="Google Shape;532;p24"/>
          <p:cNvPicPr preferRelativeResize="0"/>
          <p:nvPr/>
        </p:nvPicPr>
        <p:blipFill rotWithShape="1">
          <a:blip r:embed="rId3">
            <a:alphaModFix/>
          </a:blip>
          <a:srcRect/>
          <a:stretch/>
        </p:blipFill>
        <p:spPr>
          <a:xfrm>
            <a:off x="231140" y="863317"/>
            <a:ext cx="11389227" cy="5154812"/>
          </a:xfrm>
          <a:prstGeom prst="rect">
            <a:avLst/>
          </a:prstGeom>
          <a:noFill/>
          <a:ln>
            <a:noFill/>
          </a:ln>
        </p:spPr>
      </p:pic>
      <p:sp>
        <p:nvSpPr>
          <p:cNvPr id="2" name="Rectangle 1">
            <a:extLst>
              <a:ext uri="{FF2B5EF4-FFF2-40B4-BE49-F238E27FC236}">
                <a16:creationId xmlns:a16="http://schemas.microsoft.com/office/drawing/2014/main" id="{AF2F9B8E-0D48-C5C8-ECFB-905462CF45CA}"/>
              </a:ext>
            </a:extLst>
          </p:cNvPr>
          <p:cNvSpPr/>
          <p:nvPr/>
        </p:nvSpPr>
        <p:spPr>
          <a:xfrm>
            <a:off x="295633" y="1911302"/>
            <a:ext cx="1326911" cy="25438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theme/theme1.xml><?xml version="1.0" encoding="utf-8"?>
<a:theme xmlns:a="http://schemas.openxmlformats.org/drawingml/2006/main" name="1_追觅纯色白">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追觅渐变灰">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追觅纯色白">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追觅纯色白">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1452</Words>
  <Application>Microsoft Office PowerPoint</Application>
  <PresentationFormat>Grand écran</PresentationFormat>
  <Paragraphs>116</Paragraphs>
  <Slides>18</Slides>
  <Notes>18</Notes>
  <HiddenSlides>0</HiddenSlides>
  <MMClips>0</MMClips>
  <ScaleCrop>false</ScaleCrop>
  <HeadingPairs>
    <vt:vector size="6" baseType="variant">
      <vt:variant>
        <vt:lpstr>Polices utilisées</vt:lpstr>
      </vt:variant>
      <vt:variant>
        <vt:i4>3</vt:i4>
      </vt:variant>
      <vt:variant>
        <vt:lpstr>Thème</vt:lpstr>
      </vt:variant>
      <vt:variant>
        <vt:i4>4</vt:i4>
      </vt:variant>
      <vt:variant>
        <vt:lpstr>Titres des diapositives</vt:lpstr>
      </vt:variant>
      <vt:variant>
        <vt:i4>18</vt:i4>
      </vt:variant>
    </vt:vector>
  </HeadingPairs>
  <TitlesOfParts>
    <vt:vector size="25" baseType="lpstr">
      <vt:lpstr>Arial</vt:lpstr>
      <vt:lpstr>Microsoft Yahei</vt:lpstr>
      <vt:lpstr>Noto Sans</vt:lpstr>
      <vt:lpstr>1_追觅纯色白</vt:lpstr>
      <vt:lpstr>1_追觅渐变灰</vt:lpstr>
      <vt:lpstr>2_追觅纯色白</vt:lpstr>
      <vt:lpstr>3_追觅纯色白</vt:lpstr>
      <vt:lpstr>FCT Assistant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Lv Jude</dc:creator>
  <cp:lastModifiedBy>LECONTE Jerome</cp:lastModifiedBy>
  <cp:revision>1</cp:revision>
  <dcterms:created xsi:type="dcterms:W3CDTF">2024-06-12T04:18:00Z</dcterms:created>
  <dcterms:modified xsi:type="dcterms:W3CDTF">2026-09-21T14:55:37Z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4678707EB0B34A449F0BDF716B038E60</vt:lpwstr>
  </property>
</Properties>
</file>