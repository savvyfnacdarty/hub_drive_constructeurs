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246D9C-1D69-4F48-9A48-7DCCAD0C600A}" v="12" dt="2026-09-21T10:02:23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78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CONTE Jerome" userId="d69af9a9-2c00-4d51-90fa-948ed535b3d2" providerId="ADAL" clId="{095B365A-98E1-4944-95BD-97DF22D127EB}"/>
    <pc:docChg chg="modSld">
      <pc:chgData name="LECONTE Jerome" userId="d69af9a9-2c00-4d51-90fa-948ed535b3d2" providerId="ADAL" clId="{095B365A-98E1-4944-95BD-97DF22D127EB}" dt="2026-09-21T10:02:23.890" v="7" actId="767"/>
      <pc:docMkLst>
        <pc:docMk/>
      </pc:docMkLst>
      <pc:sldChg chg="addSp modSp">
        <pc:chgData name="LECONTE Jerome" userId="d69af9a9-2c00-4d51-90fa-948ed535b3d2" providerId="ADAL" clId="{095B365A-98E1-4944-95BD-97DF22D127EB}" dt="2026-09-21T10:02:23.890" v="7" actId="767"/>
        <pc:sldMkLst>
          <pc:docMk/>
          <pc:sldMk cId="0" sldId="260"/>
        </pc:sldMkLst>
        <pc:spChg chg="add mod">
          <ac:chgData name="LECONTE Jerome" userId="d69af9a9-2c00-4d51-90fa-948ed535b3d2" providerId="ADAL" clId="{095B365A-98E1-4944-95BD-97DF22D127EB}" dt="2026-09-21T10:02:23.890" v="7" actId="767"/>
          <ac:spMkLst>
            <pc:docMk/>
            <pc:sldMk cId="0" sldId="260"/>
            <ac:spMk id="19" creationId="{E4283913-B245-5284-0F99-F08CEEDB62E1}"/>
          </ac:spMkLst>
        </pc:spChg>
        <pc:picChg chg="add">
          <ac:chgData name="LECONTE Jerome" userId="d69af9a9-2c00-4d51-90fa-948ed535b3d2" providerId="ADAL" clId="{095B365A-98E1-4944-95BD-97DF22D127EB}" dt="2026-09-21T10:00:44.098" v="6"/>
          <ac:picMkLst>
            <pc:docMk/>
            <pc:sldMk cId="0" sldId="260"/>
            <ac:picMk id="3" creationId="{5B82E607-3139-8BD1-52DA-2DBBA8132A36}"/>
          </ac:picMkLst>
        </pc:picChg>
        <pc:picChg chg="add">
          <ac:chgData name="LECONTE Jerome" userId="d69af9a9-2c00-4d51-90fa-948ed535b3d2" providerId="ADAL" clId="{095B365A-98E1-4944-95BD-97DF22D127EB}" dt="2026-09-21T10:00:44.098" v="6"/>
          <ac:picMkLst>
            <pc:docMk/>
            <pc:sldMk cId="0" sldId="260"/>
            <ac:picMk id="5" creationId="{C9039264-04DE-3C00-4695-D42AC6D3FDB8}"/>
          </ac:picMkLst>
        </pc:picChg>
        <pc:picChg chg="add">
          <ac:chgData name="LECONTE Jerome" userId="d69af9a9-2c00-4d51-90fa-948ed535b3d2" providerId="ADAL" clId="{095B365A-98E1-4944-95BD-97DF22D127EB}" dt="2026-09-21T10:00:44.098" v="6"/>
          <ac:picMkLst>
            <pc:docMk/>
            <pc:sldMk cId="0" sldId="260"/>
            <ac:picMk id="7" creationId="{64B36AA6-DC59-8EF5-FC3E-77AA45F7A1E2}"/>
          </ac:picMkLst>
        </pc:picChg>
        <pc:picChg chg="add">
          <ac:chgData name="LECONTE Jerome" userId="d69af9a9-2c00-4d51-90fa-948ed535b3d2" providerId="ADAL" clId="{095B365A-98E1-4944-95BD-97DF22D127EB}" dt="2026-09-21T10:00:44.098" v="6"/>
          <ac:picMkLst>
            <pc:docMk/>
            <pc:sldMk cId="0" sldId="260"/>
            <ac:picMk id="9" creationId="{2CF0B0F5-1330-4685-1B9F-9E8D6349B54E}"/>
          </ac:picMkLst>
        </pc:picChg>
      </pc:sldChg>
      <pc:sldChg chg="modSp">
        <pc:chgData name="LECONTE Jerome" userId="d69af9a9-2c00-4d51-90fa-948ed535b3d2" providerId="ADAL" clId="{095B365A-98E1-4944-95BD-97DF22D127EB}" dt="2026-09-21T09:49:54.455" v="0"/>
        <pc:sldMkLst>
          <pc:docMk/>
          <pc:sldMk cId="0" sldId="261"/>
        </pc:sldMkLst>
        <pc:spChg chg="mod">
          <ac:chgData name="LECONTE Jerome" userId="d69af9a9-2c00-4d51-90fa-948ed535b3d2" providerId="ADAL" clId="{095B365A-98E1-4944-95BD-97DF22D127EB}" dt="2026-09-21T09:49:54.455" v="0"/>
          <ac:spMkLst>
            <pc:docMk/>
            <pc:sldMk cId="0" sldId="261"/>
            <ac:spMk id="310" creationId="{00000000-0000-0000-0000-000000000000}"/>
          </ac:spMkLst>
        </pc:spChg>
      </pc:sldChg>
      <pc:sldChg chg="addSp modSp">
        <pc:chgData name="LECONTE Jerome" userId="d69af9a9-2c00-4d51-90fa-948ed535b3d2" providerId="ADAL" clId="{095B365A-98E1-4944-95BD-97DF22D127EB}" dt="2026-09-21T09:56:52.971" v="5"/>
        <pc:sldMkLst>
          <pc:docMk/>
          <pc:sldMk cId="0" sldId="262"/>
        </pc:sldMkLst>
        <pc:spChg chg="add mod">
          <ac:chgData name="LECONTE Jerome" userId="d69af9a9-2c00-4d51-90fa-948ed535b3d2" providerId="ADAL" clId="{095B365A-98E1-4944-95BD-97DF22D127EB}" dt="2026-09-21T09:56:52.971" v="5"/>
          <ac:spMkLst>
            <pc:docMk/>
            <pc:sldMk cId="0" sldId="262"/>
            <ac:spMk id="7" creationId="{D20A03D2-E32C-822F-7AB8-D5FA9E5C5B9E}"/>
          </ac:spMkLst>
        </pc:spChg>
        <pc:spChg chg="mod">
          <ac:chgData name="LECONTE Jerome" userId="d69af9a9-2c00-4d51-90fa-948ed535b3d2" providerId="ADAL" clId="{095B365A-98E1-4944-95BD-97DF22D127EB}" dt="2026-09-21T09:50:08.901" v="1"/>
          <ac:spMkLst>
            <pc:docMk/>
            <pc:sldMk cId="0" sldId="262"/>
            <ac:spMk id="319" creationId="{00000000-0000-0000-0000-000000000000}"/>
          </ac:spMkLst>
        </pc:spChg>
        <pc:grpChg chg="add mod">
          <ac:chgData name="LECONTE Jerome" userId="d69af9a9-2c00-4d51-90fa-948ed535b3d2" providerId="ADAL" clId="{095B365A-98E1-4944-95BD-97DF22D127EB}" dt="2026-09-21T09:55:59.430" v="4" actId="164"/>
          <ac:grpSpMkLst>
            <pc:docMk/>
            <pc:sldMk cId="0" sldId="262"/>
            <ac:grpSpMk id="34" creationId="{104C3B1A-00CC-B214-6C1E-EDE479C908A0}"/>
          </ac:grpSpMkLst>
        </pc:grpChg>
        <pc:cxnChg chg="mod">
          <ac:chgData name="LECONTE Jerome" userId="d69af9a9-2c00-4d51-90fa-948ed535b3d2" providerId="ADAL" clId="{095B365A-98E1-4944-95BD-97DF22D127EB}" dt="2026-09-21T09:56:52.971" v="5"/>
          <ac:cxnSpMkLst>
            <pc:docMk/>
            <pc:sldMk cId="0" sldId="262"/>
            <ac:cxnSpMk id="11" creationId="{DBBCE11A-CFD4-1807-33DB-E60A902AA2B6}"/>
          </ac:cxnSpMkLst>
        </pc:cxnChg>
        <pc:cxnChg chg="add mod">
          <ac:chgData name="LECONTE Jerome" userId="d69af9a9-2c00-4d51-90fa-948ed535b3d2" providerId="ADAL" clId="{095B365A-98E1-4944-95BD-97DF22D127EB}" dt="2026-09-21T09:55:59.430" v="4" actId="164"/>
          <ac:cxnSpMkLst>
            <pc:docMk/>
            <pc:sldMk cId="0" sldId="262"/>
            <ac:cxnSpMk id="16" creationId="{82DE69F5-F0DA-3045-CD85-6CCA7BD63E81}"/>
          </ac:cxnSpMkLst>
        </pc:cxnChg>
        <pc:cxnChg chg="mod">
          <ac:chgData name="LECONTE Jerome" userId="d69af9a9-2c00-4d51-90fa-948ed535b3d2" providerId="ADAL" clId="{095B365A-98E1-4944-95BD-97DF22D127EB}" dt="2026-09-21T09:55:59.430" v="4" actId="164"/>
          <ac:cxnSpMkLst>
            <pc:docMk/>
            <pc:sldMk cId="0" sldId="262"/>
            <ac:cxnSpMk id="33" creationId="{D32684FD-EA9B-40F6-E1BC-FAC60FA0253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56726-2D12-497D-8386-5B84EA3E227A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AFB01-EFC0-45F0-8EE6-9B6EBABB40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43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4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:notes"/>
          <p:cNvSpPr txBox="1">
            <a:spLocks noGrp="1"/>
          </p:cNvSpPr>
          <p:nvPr>
            <p:ph type="dt" idx="10"/>
          </p:nvPr>
        </p:nvSpPr>
        <p:spPr>
          <a:xfrm>
            <a:off x="3855838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:notes"/>
          <p:cNvSpPr txBox="1">
            <a:spLocks noGrp="1"/>
          </p:cNvSpPr>
          <p:nvPr>
            <p:ph type="ftr" idx="11"/>
          </p:nvPr>
        </p:nvSpPr>
        <p:spPr>
          <a:xfrm>
            <a:off x="0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page.1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5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:notes"/>
          <p:cNvSpPr txBox="1">
            <a:spLocks noGrp="1"/>
          </p:cNvSpPr>
          <p:nvPr>
            <p:ph type="dt" idx="10"/>
          </p:nvPr>
        </p:nvSpPr>
        <p:spPr>
          <a:xfrm>
            <a:off x="3855838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:notes"/>
          <p:cNvSpPr txBox="1">
            <a:spLocks noGrp="1"/>
          </p:cNvSpPr>
          <p:nvPr>
            <p:ph type="ftr" idx="11"/>
          </p:nvPr>
        </p:nvSpPr>
        <p:spPr>
          <a:xfrm>
            <a:off x="0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page.1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6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:notes"/>
          <p:cNvSpPr txBox="1">
            <a:spLocks noGrp="1"/>
          </p:cNvSpPr>
          <p:nvPr>
            <p:ph type="dt" idx="10"/>
          </p:nvPr>
        </p:nvSpPr>
        <p:spPr>
          <a:xfrm>
            <a:off x="3855838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:notes"/>
          <p:cNvSpPr txBox="1">
            <a:spLocks noGrp="1"/>
          </p:cNvSpPr>
          <p:nvPr>
            <p:ph type="ftr" idx="11"/>
          </p:nvPr>
        </p:nvSpPr>
        <p:spPr>
          <a:xfrm>
            <a:off x="0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page.1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A378E7-BE22-2B48-FBE9-079D749C5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BB92FFD-AE60-32A8-3328-C461C7A33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6809F8-45DF-991F-1CB6-74267332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D7DA9C-7DB4-3224-89B3-7CD94437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4C2FB0-07B4-D368-53BB-5F825515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092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904BBB-4AEA-DCE7-8A02-DD521A9E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DFBEAA-BF52-D966-1E02-1313F2674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50A99F-1910-C536-8167-DD578879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F88779-E065-350A-A7E1-2BC5AC6A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4500F1-79FD-761F-F65A-615DB3D1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7169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D1AA72-2BE2-6474-48B1-16D076C9D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F65889-9945-615C-1428-E0855CE09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0DE8FF-4238-9FC7-6DD4-A40A3C24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3EACD3-6F1D-5AAB-DA25-B4200296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435B31-1CA2-A1B4-79F4-1F89F184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0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36FA94-D9B1-5B20-F62B-886D7FA21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D3859F-47E5-5119-6D7B-4B5F00E60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47A08A-E0EA-143F-9797-621D9DE3F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4BB1D0-043A-1B94-6336-75A2BF9E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B7B498-022C-85A7-83B3-F25F80AD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3CB77A-7E82-71CF-6910-05AEE017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424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C19A99-FD8C-4388-FD54-F0B269C8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1B11A3-5BED-7EDE-8165-F67330FF7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9CDA59-1A99-527D-EFAC-851205384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C869DA5-E4BB-1CDB-884A-D36F45A44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CB5C04-339F-5429-5D05-64507DD74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CC32D42-F7A9-A5E4-1D2C-AA49E4E1D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0E83F90-A6D4-E5A8-5AE6-CD03EC8B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E26754E-0CB7-A644-683B-A4048B4A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56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F2BEDA-25AE-1857-6D6E-DAF2B9BB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CB5F23D-4096-7D12-D016-B41361973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65BBC3-BC82-6DCC-200D-AA8A0E12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9E66A8-8341-80D4-B7C4-7B2DC883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550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CDA203D-5162-760D-4308-D5CD12E36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A5C8858-5B68-4F38-B748-A2DCBF1EE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4447A9-2B0E-219E-A82A-65387923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15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F06DAA-BDA5-02DF-5B34-11FCF02D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97153C-A4E1-86F1-FD0D-C061BC20F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D7FA65-41EE-CD2F-BEDC-222C7DC49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781CEA-7D16-0AF3-3FD2-478854F1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F298F5-B2E5-7B4C-EDF2-B457FC568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46D682-0B54-9938-2256-AA6EEAC4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479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4BB2A2-D9DA-FAFF-B552-64B1690B6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1EA076-22A5-314F-DC6E-1332E8C7D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6A41B4-70CA-2BB5-C74D-BC57221A7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427104-AE95-7F23-A8E9-3F4E4A162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225D01-90A0-E0A7-E4EB-A035BB62E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D50CC6-FA69-C283-22AC-C83176A50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2497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49A40-E63A-AC49-2D9E-3DBEA1127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6A104D-71D2-483A-C83B-9CE6EFF77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1F67D4-25D6-0FE4-6E6A-9F669F07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13176E-D3B7-7B99-D0B2-B5CD1677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A9604A-088D-5228-7CDD-FF913F15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29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70CAFA7-E503-82A3-56AA-786E35CAE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76D570-0619-001E-CF1A-A0A9189D8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AE0202-63EB-174A-9816-CBEB87BC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218180-5C89-48F7-6CC4-09E2A7E20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FAE7D5-9F08-7E77-23A9-C60FE9B6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83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1-分类页">
  <p:cSld name="内容1-分类页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6691155" y="701330"/>
            <a:ext cx="3095110" cy="402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85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53585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6691155" y="4892087"/>
            <a:ext cx="1475999" cy="126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just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body" idx="3"/>
          </p:nvPr>
        </p:nvSpPr>
        <p:spPr>
          <a:xfrm>
            <a:off x="6691155" y="4148506"/>
            <a:ext cx="1475999" cy="51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>
            <a:spLocks noGrp="1"/>
          </p:cNvSpPr>
          <p:nvPr>
            <p:ph type="pic" idx="4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27"/>
          <p:cNvSpPr>
            <a:spLocks noGrp="1"/>
          </p:cNvSpPr>
          <p:nvPr>
            <p:ph type="pic" idx="5"/>
          </p:nvPr>
        </p:nvSpPr>
        <p:spPr>
          <a:xfrm>
            <a:off x="6691155" y="1940009"/>
            <a:ext cx="1475999" cy="19656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27"/>
          <p:cNvSpPr>
            <a:spLocks noGrp="1"/>
          </p:cNvSpPr>
          <p:nvPr>
            <p:ph type="pic" idx="6"/>
          </p:nvPr>
        </p:nvSpPr>
        <p:spPr>
          <a:xfrm>
            <a:off x="8363423" y="1948879"/>
            <a:ext cx="1497170" cy="1964639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27"/>
          <p:cNvSpPr>
            <a:spLocks noGrp="1"/>
          </p:cNvSpPr>
          <p:nvPr>
            <p:ph type="pic" idx="7"/>
          </p:nvPr>
        </p:nvSpPr>
        <p:spPr>
          <a:xfrm>
            <a:off x="10033794" y="1948879"/>
            <a:ext cx="1497170" cy="1964639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7"/>
          <p:cNvSpPr txBox="1">
            <a:spLocks noGrp="1"/>
          </p:cNvSpPr>
          <p:nvPr>
            <p:ph type="body" idx="8"/>
          </p:nvPr>
        </p:nvSpPr>
        <p:spPr>
          <a:xfrm>
            <a:off x="8363423" y="4892087"/>
            <a:ext cx="1475999" cy="126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just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body" idx="9"/>
          </p:nvPr>
        </p:nvSpPr>
        <p:spPr>
          <a:xfrm>
            <a:off x="8363423" y="4148506"/>
            <a:ext cx="1475999" cy="51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body" idx="13"/>
          </p:nvPr>
        </p:nvSpPr>
        <p:spPr>
          <a:xfrm>
            <a:off x="10033794" y="4892087"/>
            <a:ext cx="1475999" cy="126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just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body" idx="14"/>
          </p:nvPr>
        </p:nvSpPr>
        <p:spPr>
          <a:xfrm>
            <a:off x="10033794" y="4148506"/>
            <a:ext cx="1475999" cy="51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3585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dt" idx="10"/>
          </p:nvPr>
        </p:nvSpPr>
        <p:spPr>
          <a:xfrm>
            <a:off x="604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ftr" idx="11"/>
          </p:nvPr>
        </p:nvSpPr>
        <p:spPr>
          <a:xfrm>
            <a:off x="39204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sldNum" idx="12"/>
          </p:nvPr>
        </p:nvSpPr>
        <p:spPr>
          <a:xfrm>
            <a:off x="342900" y="617029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B764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B764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B764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B764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B764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B764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B764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B764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B764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Page.</a:t>
            </a: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36" name="Google Shape;36;p27" descr="资源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59490" y="391160"/>
            <a:ext cx="587375" cy="224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554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B7536F-3EDA-7A73-B434-C580730D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51DE7D-189A-699B-43B6-9E8B805AE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49D04C-D8DC-F08A-0726-F0DB55567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875D3-B858-46BE-81F5-277E75BD9C6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2462B6-6F27-0257-E0F8-C3722AF21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611C98-01D4-D6C1-969A-F5E1D3F53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B8E22-BC7C-488E-8054-CBB7116E1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61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"/>
          <p:cNvSpPr txBox="1">
            <a:spLocks noGrp="1"/>
          </p:cNvSpPr>
          <p:nvPr>
            <p:ph type="ctrTitle"/>
          </p:nvPr>
        </p:nvSpPr>
        <p:spPr>
          <a:xfrm>
            <a:off x="1800225" y="2185035"/>
            <a:ext cx="9359265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icrosoft Yahei"/>
              <a:buNone/>
            </a:pPr>
            <a:r>
              <a:rPr lang="en-US" sz="3600" b="1"/>
              <a:t>SOP of After-Sale Diagnosis Tool</a:t>
            </a:r>
            <a:endParaRPr sz="3600" b="1"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70" name="Google Shape;270;p1"/>
          <p:cNvSpPr txBox="1">
            <a:spLocks noGrp="1"/>
          </p:cNvSpPr>
          <p:nvPr>
            <p:ph type="subTitle" idx="1"/>
          </p:nvPr>
        </p:nvSpPr>
        <p:spPr>
          <a:xfrm>
            <a:off x="1800225" y="3171190"/>
            <a:ext cx="9144000" cy="334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Microsoft Yahei"/>
                <a:ea typeface="Microsoft Yahei"/>
                <a:cs typeface="Microsoft Yahei"/>
                <a:sym typeface="Microsoft Yahei"/>
              </a:rPr>
              <a:t>Technical Support Team</a:t>
            </a:r>
            <a:endParaRPr sz="1400"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Microsoft Yahei"/>
                <a:ea typeface="Microsoft Yahei"/>
                <a:cs typeface="Microsoft Yahei"/>
                <a:sym typeface="Microsoft Yahei"/>
              </a:rPr>
              <a:t>2026/07/31</a:t>
            </a:r>
            <a:endParaRPr sz="1400"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"/>
          <p:cNvSpPr txBox="1"/>
          <p:nvPr/>
        </p:nvSpPr>
        <p:spPr>
          <a:xfrm>
            <a:off x="231140" y="143510"/>
            <a:ext cx="9477375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800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2. </a:t>
            </a:r>
            <a:r>
              <a:rPr lang="en-US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Comment </a:t>
            </a:r>
            <a:r>
              <a:rPr lang="en-US" b="1" dirty="0" err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utiliser</a:t>
            </a:r>
            <a:endParaRPr sz="1800" b="1" i="0" u="none" strike="noStrike" cap="none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93" name="Google Shape;293;p4"/>
          <p:cNvSpPr txBox="1"/>
          <p:nvPr/>
        </p:nvSpPr>
        <p:spPr>
          <a:xfrm>
            <a:off x="231140" y="611357"/>
            <a:ext cx="11837877" cy="106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1）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  <a:sym typeface="Microsoft Yahei"/>
              </a:rPr>
              <a:t>Obtenez le DID ou le SN
- Si la carte mère n’est jamais remplacée, le numéro de série se trouve sur le couvercle du robot QR Code. 
- Si la carte mère a été remplacée, il faut entrer dans le backend APP pour obtenir le SN ou le DID.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  <a:sym typeface="Microsoft Yahei"/>
            </a:endParaRPr>
          </a:p>
        </p:txBody>
      </p:sp>
      <p:grpSp>
        <p:nvGrpSpPr>
          <p:cNvPr id="294" name="Google Shape;294;p4"/>
          <p:cNvGrpSpPr/>
          <p:nvPr/>
        </p:nvGrpSpPr>
        <p:grpSpPr>
          <a:xfrm>
            <a:off x="670795" y="1992924"/>
            <a:ext cx="2564538" cy="4559180"/>
            <a:chOff x="670795" y="1992924"/>
            <a:chExt cx="2564538" cy="4559180"/>
          </a:xfrm>
        </p:grpSpPr>
        <p:pic>
          <p:nvPicPr>
            <p:cNvPr id="295" name="Google Shape;295;p4" descr="图片包含 室内, 照片, 桌子, 话筒&#10;&#10;描述已自动生成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70795" y="1992924"/>
              <a:ext cx="2564538" cy="455918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6" name="Google Shape;296;p4"/>
            <p:cNvCxnSpPr/>
            <p:nvPr/>
          </p:nvCxnSpPr>
          <p:spPr>
            <a:xfrm flipH="1">
              <a:off x="1561747" y="2977662"/>
              <a:ext cx="476126" cy="451338"/>
            </a:xfrm>
            <a:prstGeom prst="straightConnector1">
              <a:avLst/>
            </a:prstGeom>
            <a:noFill/>
            <a:ln w="76200" cap="flat" cmpd="sng">
              <a:solidFill>
                <a:srgbClr val="EE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5B82E607-3139-8BD1-52DA-2DBBA8132A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149" y="1865600"/>
            <a:ext cx="1656906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9039264-04DE-3C00-4695-D42AC6D3FD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174" y="1865600"/>
            <a:ext cx="1656906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4B36AA6-DC59-8EF5-FC3E-77AA45F7A1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824" y="1865600"/>
            <a:ext cx="1656906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CF0B0F5-1330-4685-1B9F-9E8D6349B5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499" y="1865600"/>
            <a:ext cx="1656906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EF3830-3176-A22E-CFE9-F1B00E566DBD}"/>
              </a:ext>
            </a:extLst>
          </p:cNvPr>
          <p:cNvSpPr/>
          <p:nvPr/>
        </p:nvSpPr>
        <p:spPr>
          <a:xfrm>
            <a:off x="5301574" y="1992924"/>
            <a:ext cx="240481" cy="312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B0DF2-1662-0FCC-9D41-F7E1A4022873}"/>
              </a:ext>
            </a:extLst>
          </p:cNvPr>
          <p:cNvSpPr/>
          <p:nvPr/>
        </p:nvSpPr>
        <p:spPr>
          <a:xfrm>
            <a:off x="6096000" y="2573341"/>
            <a:ext cx="1433209" cy="1601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3C1428-A5E0-F372-705B-05E799C06BC4}"/>
              </a:ext>
            </a:extLst>
          </p:cNvPr>
          <p:cNvSpPr/>
          <p:nvPr/>
        </p:nvSpPr>
        <p:spPr>
          <a:xfrm>
            <a:off x="8156347" y="2305455"/>
            <a:ext cx="1454581" cy="26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009BA-2286-6E2A-9554-B32A293A1F25}"/>
              </a:ext>
            </a:extLst>
          </p:cNvPr>
          <p:cNvSpPr/>
          <p:nvPr/>
        </p:nvSpPr>
        <p:spPr>
          <a:xfrm>
            <a:off x="10124174" y="3069388"/>
            <a:ext cx="1656906" cy="218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CD10B1-2EEA-7B82-D6CF-0E8BB995A56D}"/>
              </a:ext>
            </a:extLst>
          </p:cNvPr>
          <p:cNvSpPr/>
          <p:nvPr/>
        </p:nvSpPr>
        <p:spPr>
          <a:xfrm>
            <a:off x="10175250" y="3534148"/>
            <a:ext cx="1656906" cy="218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4283913-B245-5284-0F99-F08CEEDB62E1}"/>
              </a:ext>
            </a:extLst>
          </p:cNvPr>
          <p:cNvSpPr txBox="1"/>
          <p:nvPr/>
        </p:nvSpPr>
        <p:spPr>
          <a:xfrm>
            <a:off x="3885149" y="5592924"/>
            <a:ext cx="165690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Demander au client d’ouvrir son application, entrer dans le robot puis cliquer sur « | »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828A6AC-5A0C-7F60-2460-F91CA47E75E9}"/>
              </a:ext>
            </a:extLst>
          </p:cNvPr>
          <p:cNvSpPr txBox="1"/>
          <p:nvPr/>
        </p:nvSpPr>
        <p:spPr>
          <a:xfrm>
            <a:off x="5963248" y="5592923"/>
            <a:ext cx="16569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Puis cliquer sur « Historique de nettoyage »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0C0F829-2A42-8919-30F8-B78896470E9C}"/>
              </a:ext>
            </a:extLst>
          </p:cNvPr>
          <p:cNvSpPr txBox="1"/>
          <p:nvPr/>
        </p:nvSpPr>
        <p:spPr>
          <a:xfrm>
            <a:off x="8041347" y="5659393"/>
            <a:ext cx="16569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Puis cliquer 10 fois sur « la zone » même si celle si est vide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40FB840-B6A0-BD9D-DC3D-D076966285E5}"/>
              </a:ext>
            </a:extLst>
          </p:cNvPr>
          <p:cNvSpPr txBox="1"/>
          <p:nvPr/>
        </p:nvSpPr>
        <p:spPr>
          <a:xfrm>
            <a:off x="10119446" y="5659393"/>
            <a:ext cx="1656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Relever le numéro « </a:t>
            </a:r>
            <a:r>
              <a:rPr lang="fr-FR" sz="1100" b="1" dirty="0" err="1"/>
              <a:t>did</a:t>
            </a:r>
            <a:r>
              <a:rPr lang="fr-FR" sz="1100" b="1" dirty="0"/>
              <a:t> » ou « sn 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"/>
          <p:cNvSpPr txBox="1"/>
          <p:nvPr/>
        </p:nvSpPr>
        <p:spPr>
          <a:xfrm>
            <a:off x="231140" y="143510"/>
            <a:ext cx="9477375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800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2. </a:t>
            </a:r>
            <a:r>
              <a:rPr lang="en-US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Comment </a:t>
            </a:r>
            <a:r>
              <a:rPr lang="en-US" b="1" dirty="0" err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utiliser</a:t>
            </a:r>
            <a:endParaRPr sz="1800" b="1" i="0" u="none" strike="noStrike" cap="none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08" name="Google Shape;308;p5"/>
          <p:cNvSpPr txBox="1"/>
          <p:nvPr/>
        </p:nvSpPr>
        <p:spPr>
          <a:xfrm>
            <a:off x="231140" y="877570"/>
            <a:ext cx="11837877" cy="414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2）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Saisissez le DID ou le SN</a:t>
            </a:r>
            <a:endParaRPr sz="14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309" name="Google Shape;30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140" y="1457363"/>
            <a:ext cx="11388432" cy="515445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"/>
          <p:cNvSpPr txBox="1"/>
          <p:nvPr/>
        </p:nvSpPr>
        <p:spPr>
          <a:xfrm>
            <a:off x="8929991" y="884488"/>
            <a:ext cx="25347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dirty="0"/>
              <a:t>Changement de langue</a:t>
            </a:r>
            <a:endParaRPr dirty="0"/>
          </a:p>
        </p:txBody>
      </p:sp>
      <p:cxnSp>
        <p:nvCxnSpPr>
          <p:cNvPr id="311" name="Google Shape;311;p5"/>
          <p:cNvCxnSpPr/>
          <p:nvPr/>
        </p:nvCxnSpPr>
        <p:spPr>
          <a:xfrm>
            <a:off x="10503450" y="1206438"/>
            <a:ext cx="733800" cy="317100"/>
          </a:xfrm>
          <a:prstGeom prst="straightConnector1">
            <a:avLst/>
          </a:prstGeom>
          <a:noFill/>
          <a:ln w="38100" cap="flat" cmpd="sng">
            <a:solidFill>
              <a:srgbClr val="EE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"/>
          <p:cNvSpPr txBox="1"/>
          <p:nvPr/>
        </p:nvSpPr>
        <p:spPr>
          <a:xfrm>
            <a:off x="231140" y="143510"/>
            <a:ext cx="9477375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800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2. </a:t>
            </a:r>
            <a:r>
              <a:rPr lang="en-US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Comment </a:t>
            </a:r>
            <a:r>
              <a:rPr lang="en-US" b="1" dirty="0" err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utiliser</a:t>
            </a:r>
            <a:endParaRPr sz="1800" b="1" i="0" u="none" strike="noStrike" cap="none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19" name="Google Shape;319;p6"/>
          <p:cNvSpPr txBox="1"/>
          <p:nvPr/>
        </p:nvSpPr>
        <p:spPr>
          <a:xfrm>
            <a:off x="231140" y="877570"/>
            <a:ext cx="118380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3）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  <a:sym typeface="Microsoft Yahei"/>
              </a:rPr>
              <a:t>Vérifiez les logs de causes possibles et d’anomalies, </a:t>
            </a:r>
            <a:r>
              <a:rPr lang="fr-FR" sz="1400" b="0" i="0" u="none" strike="noStrike" cap="none" dirty="0" err="1">
                <a:solidFill>
                  <a:srgbClr val="00000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  <a:sym typeface="Microsoft Yahei"/>
              </a:rPr>
              <a:t>etc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CF756E6-4B82-1AAA-631F-4A8C3A16EF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3" t="8066" r="1008" b="26472"/>
          <a:stretch>
            <a:fillRect/>
          </a:stretch>
        </p:blipFill>
        <p:spPr>
          <a:xfrm>
            <a:off x="271212" y="1293028"/>
            <a:ext cx="11757855" cy="42898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2E5CDE-FE71-CF29-0EBD-40D1AC9F4C9E}"/>
              </a:ext>
            </a:extLst>
          </p:cNvPr>
          <p:cNvSpPr/>
          <p:nvPr/>
        </p:nvSpPr>
        <p:spPr>
          <a:xfrm>
            <a:off x="4299626" y="4435813"/>
            <a:ext cx="7694578" cy="3307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56269-9E13-FADE-A32C-076589102D16}"/>
              </a:ext>
            </a:extLst>
          </p:cNvPr>
          <p:cNvSpPr/>
          <p:nvPr/>
        </p:nvSpPr>
        <p:spPr>
          <a:xfrm>
            <a:off x="4299626" y="4761314"/>
            <a:ext cx="7694578" cy="3307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20A03D2-E32C-822F-7AB8-D5FA9E5C5B9E}"/>
              </a:ext>
            </a:extLst>
          </p:cNvPr>
          <p:cNvSpPr txBox="1"/>
          <p:nvPr/>
        </p:nvSpPr>
        <p:spPr>
          <a:xfrm>
            <a:off x="4299626" y="5706180"/>
            <a:ext cx="7907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Erreur « 69 » produite le 5 aout 2026, la serpillière est tombée. Rencontré 1 fois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054A523-AFEC-E450-E958-78202FA09C7F}"/>
              </a:ext>
            </a:extLst>
          </p:cNvPr>
          <p:cNvSpPr txBox="1"/>
          <p:nvPr/>
        </p:nvSpPr>
        <p:spPr>
          <a:xfrm>
            <a:off x="4299625" y="6085240"/>
            <a:ext cx="8157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Erreur « 48 » produite le 19 septembre 2026, Veuillez vérifier si le capteur de distance laser contient des objets bloqués. Rencontré 1 fois</a:t>
            </a:r>
          </a:p>
        </p:txBody>
      </p:sp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DBBCE11A-CFD4-1807-33DB-E60A902AA2B6}"/>
              </a:ext>
            </a:extLst>
          </p:cNvPr>
          <p:cNvCxnSpPr>
            <a:cxnSpLocks/>
            <a:stCxn id="7" idx="1"/>
            <a:endCxn id="6" idx="1"/>
          </p:cNvCxnSpPr>
          <p:nvPr/>
        </p:nvCxnSpPr>
        <p:spPr>
          <a:xfrm rot="10800000">
            <a:off x="4299626" y="4926684"/>
            <a:ext cx="12700" cy="964162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104C3B1A-00CC-B214-6C1E-EDE479C908A0}"/>
              </a:ext>
            </a:extLst>
          </p:cNvPr>
          <p:cNvGrpSpPr/>
          <p:nvPr/>
        </p:nvGrpSpPr>
        <p:grpSpPr>
          <a:xfrm>
            <a:off x="3871609" y="4601183"/>
            <a:ext cx="428017" cy="1807223"/>
            <a:chOff x="3871609" y="4601183"/>
            <a:chExt cx="428017" cy="1807223"/>
          </a:xfrm>
        </p:grpSpPr>
        <p:cxnSp>
          <p:nvCxnSpPr>
            <p:cNvPr id="16" name="Connecteur : en angle 15">
              <a:extLst>
                <a:ext uri="{FF2B5EF4-FFF2-40B4-BE49-F238E27FC236}">
                  <a16:creationId xmlns:a16="http://schemas.microsoft.com/office/drawing/2014/main" id="{82DE69F5-F0DA-3045-CD85-6CCA7BD63E81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rot="5400000" flipH="1" flipV="1">
              <a:off x="3189012" y="5297791"/>
              <a:ext cx="1807222" cy="414006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D32684FD-EA9B-40F6-E1BC-FAC60FA02537}"/>
                </a:ext>
              </a:extLst>
            </p:cNvPr>
            <p:cNvCxnSpPr>
              <a:stCxn id="9" idx="1"/>
            </p:cNvCxnSpPr>
            <p:nvPr/>
          </p:nvCxnSpPr>
          <p:spPr>
            <a:xfrm flipH="1" flipV="1">
              <a:off x="3871609" y="6408405"/>
              <a:ext cx="428016" cy="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Grand écran</PresentationFormat>
  <Paragraphs>19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Microsoft Yahei</vt:lpstr>
      <vt:lpstr>Aptos</vt:lpstr>
      <vt:lpstr>Aptos Display</vt:lpstr>
      <vt:lpstr>Arial</vt:lpstr>
      <vt:lpstr>Noto Sans</vt:lpstr>
      <vt:lpstr>Thème Office</vt:lpstr>
      <vt:lpstr>SOP of After-Sale Diagnosis Tool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LECONTE Jerome</dc:creator>
  <cp:lastModifiedBy>LECONTE Jerome</cp:lastModifiedBy>
  <cp:revision>1</cp:revision>
  <dcterms:created xsi:type="dcterms:W3CDTF">2026-09-21T09:47:55Z</dcterms:created>
  <dcterms:modified xsi:type="dcterms:W3CDTF">2026-09-21T10:04:51Z</dcterms:modified>
</cp:coreProperties>
</file>